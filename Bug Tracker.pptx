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67" r:id="rId3"/>
    <p:sldId id="268" r:id="rId4"/>
    <p:sldId id="269" r:id="rId5"/>
    <p:sldId id="270" r:id="rId6"/>
    <p:sldId id="271" r:id="rId7"/>
    <p:sldId id="272" r:id="rId8"/>
    <p:sldId id="279" r:id="rId9"/>
    <p:sldId id="280" r:id="rId10"/>
    <p:sldId id="281" r:id="rId11"/>
    <p:sldId id="282" r:id="rId12"/>
    <p:sldId id="273" r:id="rId13"/>
    <p:sldId id="275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21D19-C152-496F-AA29-04B309BCB938}" v="14" dt="2026-05-28T20:08:47.032"/>
    <p1510:client id="{F02DB5EC-0407-0260-138A-8215D2B635BE}" v="229" dt="2026-05-28T20:07:00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vin  Poppe" userId="S::marvinpoppe@reitverein-lingen.de::fa81673b-77a5-4b09-9172-a4ff1327dce1" providerId="AD" clId="Web-{F02DB5EC-0407-0260-138A-8215D2B635BE}"/>
    <pc:docChg chg="addSld delSld modSld">
      <pc:chgData name="Marvin  Poppe" userId="S::marvinpoppe@reitverein-lingen.de::fa81673b-77a5-4b09-9172-a4ff1327dce1" providerId="AD" clId="Web-{F02DB5EC-0407-0260-138A-8215D2B635BE}" dt="2026-05-28T20:07:00.250" v="270"/>
      <pc:docMkLst>
        <pc:docMk/>
      </pc:docMkLst>
      <pc:sldChg chg="del">
        <pc:chgData name="Marvin  Poppe" userId="S::marvinpoppe@reitverein-lingen.de::fa81673b-77a5-4b09-9172-a4ff1327dce1" providerId="AD" clId="Web-{F02DB5EC-0407-0260-138A-8215D2B635BE}" dt="2026-05-28T19:40:35.323" v="8"/>
        <pc:sldMkLst>
          <pc:docMk/>
          <pc:sldMk cId="0" sldId="256"/>
        </pc:sldMkLst>
      </pc:sldChg>
      <pc:sldChg chg="addSp delSp modSp mod setBg">
        <pc:chgData name="Marvin  Poppe" userId="S::marvinpoppe@reitverein-lingen.de::fa81673b-77a5-4b09-9172-a4ff1327dce1" providerId="AD" clId="Web-{F02DB5EC-0407-0260-138A-8215D2B635BE}" dt="2026-05-28T19:42:25.371" v="31"/>
        <pc:sldMkLst>
          <pc:docMk/>
          <pc:sldMk cId="3829334984" sldId="267"/>
        </pc:sldMkLst>
        <pc:spChg chg="mod">
          <ac:chgData name="Marvin  Poppe" userId="S::marvinpoppe@reitverein-lingen.de::fa81673b-77a5-4b09-9172-a4ff1327dce1" providerId="AD" clId="Web-{F02DB5EC-0407-0260-138A-8215D2B635BE}" dt="2026-05-28T19:42:25.371" v="31"/>
          <ac:spMkLst>
            <pc:docMk/>
            <pc:sldMk cId="3829334984" sldId="267"/>
            <ac:spMk id="2" creationId="{2C1905C8-63DA-BC5C-43E0-4F2DAC54A71D}"/>
          </ac:spMkLst>
        </pc:spChg>
        <pc:spChg chg="add del mod">
          <ac:chgData name="Marvin  Poppe" userId="S::marvinpoppe@reitverein-lingen.de::fa81673b-77a5-4b09-9172-a4ff1327dce1" providerId="AD" clId="Web-{F02DB5EC-0407-0260-138A-8215D2B635BE}" dt="2026-05-28T19:42:25.371" v="31"/>
          <ac:spMkLst>
            <pc:docMk/>
            <pc:sldMk cId="3829334984" sldId="267"/>
            <ac:spMk id="3" creationId="{99168695-F34B-22C3-C29A-E281DC0DB07C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19:42:25.371" v="31"/>
          <ac:spMkLst>
            <pc:docMk/>
            <pc:sldMk cId="3829334984" sldId="267"/>
            <ac:spMk id="8" creationId="{D038248A-211C-4EEC-8401-C761B929FB52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19:41:37.402" v="21"/>
          <ac:spMkLst>
            <pc:docMk/>
            <pc:sldMk cId="3829334984" sldId="267"/>
            <ac:spMk id="9" creationId="{C05CBC3C-2E5A-4839-8B9B-2E5A6ADF0F58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19:42:25.371" v="31"/>
          <ac:spMkLst>
            <pc:docMk/>
            <pc:sldMk cId="3829334984" sldId="267"/>
            <ac:spMk id="10" creationId="{C30A849F-66D9-40C8-BEC8-35AFF8F4568F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19:41:37.402" v="21"/>
          <ac:spMkLst>
            <pc:docMk/>
            <pc:sldMk cId="3829334984" sldId="267"/>
            <ac:spMk id="11" creationId="{DB5B423A-57CC-4C58-AA26-8E2E862B03A0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25.371" v="31"/>
          <ac:spMkLst>
            <pc:docMk/>
            <pc:sldMk cId="3829334984" sldId="267"/>
            <ac:spMk id="28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25.371" v="31"/>
          <ac:spMkLst>
            <pc:docMk/>
            <pc:sldMk cId="3829334984" sldId="267"/>
            <ac:spMk id="30" creationId="{F68B3F68-107C-434F-AA38-110D5EA91B85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25.371" v="31"/>
          <ac:spMkLst>
            <pc:docMk/>
            <pc:sldMk cId="3829334984" sldId="267"/>
            <ac:spMk id="32" creationId="{AAD0DBB9-1A4B-4391-81D4-CB19F9AB918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25.371" v="31"/>
          <ac:spMkLst>
            <pc:docMk/>
            <pc:sldMk cId="3829334984" sldId="267"/>
            <ac:spMk id="34" creationId="{063BBA22-50EA-4C4D-BE05-F1CE4E63AA56}"/>
          </ac:spMkLst>
        </pc:spChg>
        <pc:grpChg chg="add">
          <ac:chgData name="Marvin  Poppe" userId="S::marvinpoppe@reitverein-lingen.de::fa81673b-77a5-4b09-9172-a4ff1327dce1" providerId="AD" clId="Web-{F02DB5EC-0407-0260-138A-8215D2B635BE}" dt="2026-05-28T19:42:02.137" v="29"/>
          <ac:grpSpMkLst>
            <pc:docMk/>
            <pc:sldMk cId="3829334984" sldId="267"/>
            <ac:grpSpMk id="12" creationId="{04542298-A2B1-480F-A11C-A40EDD19B857}"/>
          </ac:grpSpMkLst>
        </pc:grpChg>
        <pc:grpChg chg="add del">
          <ac:chgData name="Marvin  Poppe" userId="S::marvinpoppe@reitverein-lingen.de::fa81673b-77a5-4b09-9172-a4ff1327dce1" providerId="AD" clId="Web-{F02DB5EC-0407-0260-138A-8215D2B635BE}" dt="2026-05-28T19:42:25.371" v="31"/>
          <ac:grpSpMkLst>
            <pc:docMk/>
            <pc:sldMk cId="3829334984" sldId="267"/>
            <ac:grpSpMk id="18" creationId="{2A5C9C35-2375-49EB-B99C-17C87D42FE7C}"/>
          </ac:grpSpMkLst>
        </pc:grpChg>
        <pc:graphicFrameChg chg="add del modGraphic">
          <ac:chgData name="Marvin  Poppe" userId="S::marvinpoppe@reitverein-lingen.de::fa81673b-77a5-4b09-9172-a4ff1327dce1" providerId="AD" clId="Web-{F02DB5EC-0407-0260-138A-8215D2B635BE}" dt="2026-05-28T19:41:37.402" v="21"/>
          <ac:graphicFrameMkLst>
            <pc:docMk/>
            <pc:sldMk cId="3829334984" sldId="267"/>
            <ac:graphicFrameMk id="5" creationId="{64B86654-1FB0-2DB9-79D4-A35E30440D53}"/>
          </ac:graphicFrameMkLst>
        </pc:graphicFrameChg>
        <pc:graphicFrameChg chg="add">
          <ac:chgData name="Marvin  Poppe" userId="S::marvinpoppe@reitverein-lingen.de::fa81673b-77a5-4b09-9172-a4ff1327dce1" providerId="AD" clId="Web-{F02DB5EC-0407-0260-138A-8215D2B635BE}" dt="2026-05-28T19:42:25.371" v="31"/>
          <ac:graphicFrameMkLst>
            <pc:docMk/>
            <pc:sldMk cId="3829334984" sldId="267"/>
            <ac:graphicFrameMk id="24" creationId="{513756D0-F089-FBC1-8BFB-F13CF44A241D}"/>
          </ac:graphicFrameMkLst>
        </pc:graphicFrameChg>
      </pc:sldChg>
      <pc:sldChg chg="addSp delSp modSp mod setBg">
        <pc:chgData name="Marvin  Poppe" userId="S::marvinpoppe@reitverein-lingen.de::fa81673b-77a5-4b09-9172-a4ff1327dce1" providerId="AD" clId="Web-{F02DB5EC-0407-0260-138A-8215D2B635BE}" dt="2026-05-28T19:42:08.184" v="30"/>
        <pc:sldMkLst>
          <pc:docMk/>
          <pc:sldMk cId="1330056602" sldId="268"/>
        </pc:sldMkLst>
        <pc:spChg chg="mod">
          <ac:chgData name="Marvin  Poppe" userId="S::marvinpoppe@reitverein-lingen.de::fa81673b-77a5-4b09-9172-a4ff1327dce1" providerId="AD" clId="Web-{F02DB5EC-0407-0260-138A-8215D2B635BE}" dt="2026-05-28T19:42:08.184" v="30"/>
          <ac:spMkLst>
            <pc:docMk/>
            <pc:sldMk cId="1330056602" sldId="268"/>
            <ac:spMk id="2" creationId="{11EEE482-604C-8C28-1185-051BAF37C68B}"/>
          </ac:spMkLst>
        </pc:spChg>
        <pc:spChg chg="del">
          <ac:chgData name="Marvin  Poppe" userId="S::marvinpoppe@reitverein-lingen.de::fa81673b-77a5-4b09-9172-a4ff1327dce1" providerId="AD" clId="Web-{F02DB5EC-0407-0260-138A-8215D2B635BE}" dt="2026-05-28T19:42:08.184" v="30"/>
          <ac:spMkLst>
            <pc:docMk/>
            <pc:sldMk cId="1330056602" sldId="268"/>
            <ac:spMk id="3" creationId="{4D796154-6F71-EDBB-D517-1B85FE40D9D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08.184" v="30"/>
          <ac:spMkLst>
            <pc:docMk/>
            <pc:sldMk cId="1330056602" sldId="268"/>
            <ac:spMk id="9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08.184" v="30"/>
          <ac:spMkLst>
            <pc:docMk/>
            <pc:sldMk cId="1330056602" sldId="268"/>
            <ac:spMk id="11" creationId="{F68B3F68-107C-434F-AA38-110D5EA91B85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08.184" v="30"/>
          <ac:spMkLst>
            <pc:docMk/>
            <pc:sldMk cId="1330056602" sldId="268"/>
            <ac:spMk id="13" creationId="{AAD0DBB9-1A4B-4391-81D4-CB19F9AB918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08.184" v="30"/>
          <ac:spMkLst>
            <pc:docMk/>
            <pc:sldMk cId="1330056602" sldId="268"/>
            <ac:spMk id="15" creationId="{063BBA22-50EA-4C4D-BE05-F1CE4E63AA56}"/>
          </ac:spMkLst>
        </pc:spChg>
        <pc:graphicFrameChg chg="add">
          <ac:chgData name="Marvin  Poppe" userId="S::marvinpoppe@reitverein-lingen.de::fa81673b-77a5-4b09-9172-a4ff1327dce1" providerId="AD" clId="Web-{F02DB5EC-0407-0260-138A-8215D2B635BE}" dt="2026-05-28T19:42:08.184" v="30"/>
          <ac:graphicFrameMkLst>
            <pc:docMk/>
            <pc:sldMk cId="1330056602" sldId="268"/>
            <ac:graphicFrameMk id="5" creationId="{BDB00630-BC9A-DA87-34F2-0B37D201AA39}"/>
          </ac:graphicFrameMkLst>
        </pc:graphicFrameChg>
      </pc:sldChg>
      <pc:sldChg chg="addSp delSp modSp mod setBg">
        <pc:chgData name="Marvin  Poppe" userId="S::marvinpoppe@reitverein-lingen.de::fa81673b-77a5-4b09-9172-a4ff1327dce1" providerId="AD" clId="Web-{F02DB5EC-0407-0260-138A-8215D2B635BE}" dt="2026-05-28T19:42:38.356" v="33"/>
        <pc:sldMkLst>
          <pc:docMk/>
          <pc:sldMk cId="387824340" sldId="269"/>
        </pc:sldMkLst>
        <pc:spChg chg="mod">
          <ac:chgData name="Marvin  Poppe" userId="S::marvinpoppe@reitverein-lingen.de::fa81673b-77a5-4b09-9172-a4ff1327dce1" providerId="AD" clId="Web-{F02DB5EC-0407-0260-138A-8215D2B635BE}" dt="2026-05-28T19:42:38.356" v="33"/>
          <ac:spMkLst>
            <pc:docMk/>
            <pc:sldMk cId="387824340" sldId="269"/>
            <ac:spMk id="2" creationId="{C65A1A0A-05AB-FBAD-7382-BAA1C24AC8B9}"/>
          </ac:spMkLst>
        </pc:spChg>
        <pc:spChg chg="del">
          <ac:chgData name="Marvin  Poppe" userId="S::marvinpoppe@reitverein-lingen.de::fa81673b-77a5-4b09-9172-a4ff1327dce1" providerId="AD" clId="Web-{F02DB5EC-0407-0260-138A-8215D2B635BE}" dt="2026-05-28T19:42:38.356" v="33"/>
          <ac:spMkLst>
            <pc:docMk/>
            <pc:sldMk cId="387824340" sldId="269"/>
            <ac:spMk id="3" creationId="{4DB3BCA8-E9DA-4B53-B25D-23EFB986E1A2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38.356" v="33"/>
          <ac:spMkLst>
            <pc:docMk/>
            <pc:sldMk cId="387824340" sldId="269"/>
            <ac:spMk id="9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38.356" v="33"/>
          <ac:spMkLst>
            <pc:docMk/>
            <pc:sldMk cId="387824340" sldId="269"/>
            <ac:spMk id="11" creationId="{F68B3F68-107C-434F-AA38-110D5EA91B85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38.356" v="33"/>
          <ac:spMkLst>
            <pc:docMk/>
            <pc:sldMk cId="387824340" sldId="269"/>
            <ac:spMk id="13" creationId="{AAD0DBB9-1A4B-4391-81D4-CB19F9AB918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38.356" v="33"/>
          <ac:spMkLst>
            <pc:docMk/>
            <pc:sldMk cId="387824340" sldId="269"/>
            <ac:spMk id="15" creationId="{063BBA22-50EA-4C4D-BE05-F1CE4E63AA56}"/>
          </ac:spMkLst>
        </pc:spChg>
        <pc:graphicFrameChg chg="add">
          <ac:chgData name="Marvin  Poppe" userId="S::marvinpoppe@reitverein-lingen.de::fa81673b-77a5-4b09-9172-a4ff1327dce1" providerId="AD" clId="Web-{F02DB5EC-0407-0260-138A-8215D2B635BE}" dt="2026-05-28T19:42:38.356" v="33"/>
          <ac:graphicFrameMkLst>
            <pc:docMk/>
            <pc:sldMk cId="387824340" sldId="269"/>
            <ac:graphicFrameMk id="5" creationId="{63D16072-F887-25CB-D66F-D0412A71AB3E}"/>
          </ac:graphicFrameMkLst>
        </pc:graphicFrameChg>
      </pc:sldChg>
      <pc:sldChg chg="addSp delSp modSp mod setBg">
        <pc:chgData name="Marvin  Poppe" userId="S::marvinpoppe@reitverein-lingen.de::fa81673b-77a5-4b09-9172-a4ff1327dce1" providerId="AD" clId="Web-{F02DB5EC-0407-0260-138A-8215D2B635BE}" dt="2026-05-28T19:42:48.450" v="34"/>
        <pc:sldMkLst>
          <pc:docMk/>
          <pc:sldMk cId="3486710240" sldId="270"/>
        </pc:sldMkLst>
        <pc:spChg chg="mod">
          <ac:chgData name="Marvin  Poppe" userId="S::marvinpoppe@reitverein-lingen.de::fa81673b-77a5-4b09-9172-a4ff1327dce1" providerId="AD" clId="Web-{F02DB5EC-0407-0260-138A-8215D2B635BE}" dt="2026-05-28T19:42:48.450" v="34"/>
          <ac:spMkLst>
            <pc:docMk/>
            <pc:sldMk cId="3486710240" sldId="270"/>
            <ac:spMk id="2" creationId="{E1BBC045-BBC3-94FA-36D2-9A8127399529}"/>
          </ac:spMkLst>
        </pc:spChg>
        <pc:spChg chg="del">
          <ac:chgData name="Marvin  Poppe" userId="S::marvinpoppe@reitverein-lingen.de::fa81673b-77a5-4b09-9172-a4ff1327dce1" providerId="AD" clId="Web-{F02DB5EC-0407-0260-138A-8215D2B635BE}" dt="2026-05-28T19:42:48.450" v="34"/>
          <ac:spMkLst>
            <pc:docMk/>
            <pc:sldMk cId="3486710240" sldId="270"/>
            <ac:spMk id="3" creationId="{6A84ACC6-0B42-5883-CC83-47DF3296B80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48.450" v="34"/>
          <ac:spMkLst>
            <pc:docMk/>
            <pc:sldMk cId="3486710240" sldId="270"/>
            <ac:spMk id="9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48.450" v="34"/>
          <ac:spMkLst>
            <pc:docMk/>
            <pc:sldMk cId="3486710240" sldId="270"/>
            <ac:spMk id="11" creationId="{256B2C21-A230-48C0-8DF1-C46611373C44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48.450" v="34"/>
          <ac:spMkLst>
            <pc:docMk/>
            <pc:sldMk cId="3486710240" sldId="270"/>
            <ac:spMk id="13" creationId="{3847E18C-932D-4C95-AABA-FEC7C9499AD7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48.450" v="34"/>
          <ac:spMkLst>
            <pc:docMk/>
            <pc:sldMk cId="3486710240" sldId="270"/>
            <ac:spMk id="15" creationId="{3150CB11-0C61-439E-910F-5787759E72A0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48.450" v="34"/>
          <ac:spMkLst>
            <pc:docMk/>
            <pc:sldMk cId="3486710240" sldId="270"/>
            <ac:spMk id="17" creationId="{43F8A58B-5155-44CE-A5FF-7647B47D0A7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48.450" v="34"/>
          <ac:spMkLst>
            <pc:docMk/>
            <pc:sldMk cId="3486710240" sldId="270"/>
            <ac:spMk id="19" creationId="{443F2ACA-E6D6-4028-82DD-F03C262D5DE6}"/>
          </ac:spMkLst>
        </pc:spChg>
        <pc:graphicFrameChg chg="add">
          <ac:chgData name="Marvin  Poppe" userId="S::marvinpoppe@reitverein-lingen.de::fa81673b-77a5-4b09-9172-a4ff1327dce1" providerId="AD" clId="Web-{F02DB5EC-0407-0260-138A-8215D2B635BE}" dt="2026-05-28T19:42:48.450" v="34"/>
          <ac:graphicFrameMkLst>
            <pc:docMk/>
            <pc:sldMk cId="3486710240" sldId="270"/>
            <ac:graphicFrameMk id="5" creationId="{656D5D07-8D0A-87C0-6ABA-A3E2393765EA}"/>
          </ac:graphicFrameMkLst>
        </pc:graphicFrameChg>
      </pc:sldChg>
      <pc:sldChg chg="addSp delSp modSp mod setBg">
        <pc:chgData name="Marvin  Poppe" userId="S::marvinpoppe@reitverein-lingen.de::fa81673b-77a5-4b09-9172-a4ff1327dce1" providerId="AD" clId="Web-{F02DB5EC-0407-0260-138A-8215D2B635BE}" dt="2026-05-28T19:45:44.577" v="101" actId="20577"/>
        <pc:sldMkLst>
          <pc:docMk/>
          <pc:sldMk cId="3021985551" sldId="271"/>
        </pc:sldMkLst>
        <pc:spChg chg="mod">
          <ac:chgData name="Marvin  Poppe" userId="S::marvinpoppe@reitverein-lingen.de::fa81673b-77a5-4b09-9172-a4ff1327dce1" providerId="AD" clId="Web-{F02DB5EC-0407-0260-138A-8215D2B635BE}" dt="2026-05-28T19:43:55.872" v="90"/>
          <ac:spMkLst>
            <pc:docMk/>
            <pc:sldMk cId="3021985551" sldId="271"/>
            <ac:spMk id="2" creationId="{6BA0C5D5-4A9D-3A1E-D73B-144DCDC411EF}"/>
          </ac:spMkLst>
        </pc:spChg>
        <pc:spChg chg="add del mod">
          <ac:chgData name="Marvin  Poppe" userId="S::marvinpoppe@reitverein-lingen.de::fa81673b-77a5-4b09-9172-a4ff1327dce1" providerId="AD" clId="Web-{F02DB5EC-0407-0260-138A-8215D2B635BE}" dt="2026-05-28T19:43:55.872" v="90"/>
          <ac:spMkLst>
            <pc:docMk/>
            <pc:sldMk cId="3021985551" sldId="271"/>
            <ac:spMk id="4" creationId="{B2771D5F-4E31-71B7-FD03-A444EDC1D6B9}"/>
          </ac:spMkLst>
        </pc:spChg>
        <pc:spChg chg="del mod">
          <ac:chgData name="Marvin  Poppe" userId="S::marvinpoppe@reitverein-lingen.de::fa81673b-77a5-4b09-9172-a4ff1327dce1" providerId="AD" clId="Web-{F02DB5EC-0407-0260-138A-8215D2B635BE}" dt="2026-05-28T19:43:24.888" v="59"/>
          <ac:spMkLst>
            <pc:docMk/>
            <pc:sldMk cId="3021985551" sldId="271"/>
            <ac:spMk id="5" creationId="{E0FD6476-5893-F528-280C-BF5FDF5F98AD}"/>
          </ac:spMkLst>
        </pc:spChg>
        <pc:spChg chg="del mod">
          <ac:chgData name="Marvin  Poppe" userId="S::marvinpoppe@reitverein-lingen.de::fa81673b-77a5-4b09-9172-a4ff1327dce1" providerId="AD" clId="Web-{F02DB5EC-0407-0260-138A-8215D2B635BE}" dt="2026-05-28T19:43:30.388" v="77"/>
          <ac:spMkLst>
            <pc:docMk/>
            <pc:sldMk cId="3021985551" sldId="271"/>
            <ac:spMk id="6" creationId="{837231AD-BF43-FF1C-6290-3B5B076405A3}"/>
          </ac:spMkLst>
        </pc:spChg>
        <pc:spChg chg="add del mod">
          <ac:chgData name="Marvin  Poppe" userId="S::marvinpoppe@reitverein-lingen.de::fa81673b-77a5-4b09-9172-a4ff1327dce1" providerId="AD" clId="Web-{F02DB5EC-0407-0260-138A-8215D2B635BE}" dt="2026-05-28T19:43:20.310" v="52"/>
          <ac:spMkLst>
            <pc:docMk/>
            <pc:sldMk cId="3021985551" sldId="271"/>
            <ac:spMk id="7" creationId="{9221B336-F35F-F164-069F-2A87AF86270F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19:43:55.810" v="89"/>
          <ac:spMkLst>
            <pc:docMk/>
            <pc:sldMk cId="3021985551" sldId="271"/>
            <ac:spMk id="10" creationId="{35DB3719-6FDC-4E5D-891D-FF40B7300F64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19:43:55.810" v="89"/>
          <ac:spMkLst>
            <pc:docMk/>
            <pc:sldMk cId="3021985551" sldId="271"/>
            <ac:spMk id="12" creationId="{E0CBAC23-2E3F-4A90-BA59-F8299F6A5439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3:55.872" v="90"/>
          <ac:spMkLst>
            <pc:docMk/>
            <pc:sldMk cId="3021985551" sldId="271"/>
            <ac:spMk id="14" creationId="{3847E18C-932D-4C95-AABA-FEC7C9499AD7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3:55.872" v="90"/>
          <ac:spMkLst>
            <pc:docMk/>
            <pc:sldMk cId="3021985551" sldId="271"/>
            <ac:spMk id="15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3:55.872" v="90"/>
          <ac:spMkLst>
            <pc:docMk/>
            <pc:sldMk cId="3021985551" sldId="271"/>
            <ac:spMk id="16" creationId="{3150CB11-0C61-439E-910F-5787759E72A0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3:55.872" v="90"/>
          <ac:spMkLst>
            <pc:docMk/>
            <pc:sldMk cId="3021985551" sldId="271"/>
            <ac:spMk id="17" creationId="{256B2C21-A230-48C0-8DF1-C46611373C44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3:55.872" v="90"/>
          <ac:spMkLst>
            <pc:docMk/>
            <pc:sldMk cId="3021985551" sldId="271"/>
            <ac:spMk id="18" creationId="{43F8A58B-5155-44CE-A5FF-7647B47D0A7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3:55.872" v="90"/>
          <ac:spMkLst>
            <pc:docMk/>
            <pc:sldMk cId="3021985551" sldId="271"/>
            <ac:spMk id="20" creationId="{443F2ACA-E6D6-4028-82DD-F03C262D5DE6}"/>
          </ac:spMkLst>
        </pc:spChg>
        <pc:graphicFrameChg chg="add del">
          <ac:chgData name="Marvin  Poppe" userId="S::marvinpoppe@reitverein-lingen.de::fa81673b-77a5-4b09-9172-a4ff1327dce1" providerId="AD" clId="Web-{F02DB5EC-0407-0260-138A-8215D2B635BE}" dt="2026-05-28T19:43:55.810" v="89"/>
          <ac:graphicFrameMkLst>
            <pc:docMk/>
            <pc:sldMk cId="3021985551" sldId="271"/>
            <ac:graphicFrameMk id="8" creationId="{C5A12E62-DFCA-5BB5-6C69-146E08A72301}"/>
          </ac:graphicFrameMkLst>
        </pc:graphicFrameChg>
        <pc:graphicFrameChg chg="add modGraphic">
          <ac:chgData name="Marvin  Poppe" userId="S::marvinpoppe@reitverein-lingen.de::fa81673b-77a5-4b09-9172-a4ff1327dce1" providerId="AD" clId="Web-{F02DB5EC-0407-0260-138A-8215D2B635BE}" dt="2026-05-28T19:45:44.577" v="101" actId="20577"/>
          <ac:graphicFrameMkLst>
            <pc:docMk/>
            <pc:sldMk cId="3021985551" sldId="271"/>
            <ac:graphicFrameMk id="19" creationId="{2A1B7927-263C-7167-2C54-44CF43611616}"/>
          </ac:graphicFrameMkLst>
        </pc:graphicFrameChg>
      </pc:sldChg>
      <pc:sldChg chg="addSp delSp modSp mod setBg">
        <pc:chgData name="Marvin  Poppe" userId="S::marvinpoppe@reitverein-lingen.de::fa81673b-77a5-4b09-9172-a4ff1327dce1" providerId="AD" clId="Web-{F02DB5EC-0407-0260-138A-8215D2B635BE}" dt="2026-05-28T19:46:22.562" v="104"/>
        <pc:sldMkLst>
          <pc:docMk/>
          <pc:sldMk cId="1733388298" sldId="272"/>
        </pc:sldMkLst>
        <pc:spChg chg="mod">
          <ac:chgData name="Marvin  Poppe" userId="S::marvinpoppe@reitverein-lingen.de::fa81673b-77a5-4b09-9172-a4ff1327dce1" providerId="AD" clId="Web-{F02DB5EC-0407-0260-138A-8215D2B635BE}" dt="2026-05-28T19:46:02.093" v="102"/>
          <ac:spMkLst>
            <pc:docMk/>
            <pc:sldMk cId="1733388298" sldId="272"/>
            <ac:spMk id="2" creationId="{E054B20E-C29B-CA75-32A8-71BA2436F27F}"/>
          </ac:spMkLst>
        </pc:spChg>
        <pc:spChg chg="del">
          <ac:chgData name="Marvin  Poppe" userId="S::marvinpoppe@reitverein-lingen.de::fa81673b-77a5-4b09-9172-a4ff1327dce1" providerId="AD" clId="Web-{F02DB5EC-0407-0260-138A-8215D2B635BE}" dt="2026-05-28T19:46:02.093" v="102"/>
          <ac:spMkLst>
            <pc:docMk/>
            <pc:sldMk cId="1733388298" sldId="272"/>
            <ac:spMk id="3" creationId="{1ED0FA54-1949-E693-3908-2527B86AD900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6:02.093" v="102"/>
          <ac:spMkLst>
            <pc:docMk/>
            <pc:sldMk cId="1733388298" sldId="272"/>
            <ac:spMk id="9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6:02.093" v="102"/>
          <ac:spMkLst>
            <pc:docMk/>
            <pc:sldMk cId="1733388298" sldId="272"/>
            <ac:spMk id="11" creationId="{F68B3F68-107C-434F-AA38-110D5EA91B85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6:02.093" v="102"/>
          <ac:spMkLst>
            <pc:docMk/>
            <pc:sldMk cId="1733388298" sldId="272"/>
            <ac:spMk id="13" creationId="{AAD0DBB9-1A4B-4391-81D4-CB19F9AB918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6:02.093" v="102"/>
          <ac:spMkLst>
            <pc:docMk/>
            <pc:sldMk cId="1733388298" sldId="272"/>
            <ac:spMk id="15" creationId="{063BBA22-50EA-4C4D-BE05-F1CE4E63AA56}"/>
          </ac:spMkLst>
        </pc:spChg>
        <pc:graphicFrameChg chg="add modGraphic">
          <ac:chgData name="Marvin  Poppe" userId="S::marvinpoppe@reitverein-lingen.de::fa81673b-77a5-4b09-9172-a4ff1327dce1" providerId="AD" clId="Web-{F02DB5EC-0407-0260-138A-8215D2B635BE}" dt="2026-05-28T19:46:22.562" v="104"/>
          <ac:graphicFrameMkLst>
            <pc:docMk/>
            <pc:sldMk cId="1733388298" sldId="272"/>
            <ac:graphicFrameMk id="5" creationId="{643283F7-2BA3-F384-B99E-EA8AD5304686}"/>
          </ac:graphicFrameMkLst>
        </pc:graphicFrameChg>
      </pc:sldChg>
      <pc:sldChg chg="addSp delSp modSp mod setBg">
        <pc:chgData name="Marvin  Poppe" userId="S::marvinpoppe@reitverein-lingen.de::fa81673b-77a5-4b09-9172-a4ff1327dce1" providerId="AD" clId="Web-{F02DB5EC-0407-0260-138A-8215D2B635BE}" dt="2026-05-28T20:06:25.375" v="265"/>
        <pc:sldMkLst>
          <pc:docMk/>
          <pc:sldMk cId="253824921" sldId="273"/>
        </pc:sldMkLst>
        <pc:spChg chg="mod">
          <ac:chgData name="Marvin  Poppe" userId="S::marvinpoppe@reitverein-lingen.de::fa81673b-77a5-4b09-9172-a4ff1327dce1" providerId="AD" clId="Web-{F02DB5EC-0407-0260-138A-8215D2B635BE}" dt="2026-05-28T20:06:25.375" v="265"/>
          <ac:spMkLst>
            <pc:docMk/>
            <pc:sldMk cId="253824921" sldId="273"/>
            <ac:spMk id="2" creationId="{8F043902-3202-D47F-98C0-89F9E82940E2}"/>
          </ac:spMkLst>
        </pc:spChg>
        <pc:spChg chg="del mod">
          <ac:chgData name="Marvin  Poppe" userId="S::marvinpoppe@reitverein-lingen.de::fa81673b-77a5-4b09-9172-a4ff1327dce1" providerId="AD" clId="Web-{F02DB5EC-0407-0260-138A-8215D2B635BE}" dt="2026-05-28T20:06:25.375" v="265"/>
          <ac:spMkLst>
            <pc:docMk/>
            <pc:sldMk cId="253824921" sldId="273"/>
            <ac:spMk id="3" creationId="{C5BDCA9D-A59E-A317-C439-C7CE8EE4EF3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25.375" v="265"/>
          <ac:spMkLst>
            <pc:docMk/>
            <pc:sldMk cId="253824921" sldId="273"/>
            <ac:spMk id="9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25.375" v="265"/>
          <ac:spMkLst>
            <pc:docMk/>
            <pc:sldMk cId="253824921" sldId="273"/>
            <ac:spMk id="11" creationId="{F68B3F68-107C-434F-AA38-110D5EA91B85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25.375" v="265"/>
          <ac:spMkLst>
            <pc:docMk/>
            <pc:sldMk cId="253824921" sldId="273"/>
            <ac:spMk id="13" creationId="{AAD0DBB9-1A4B-4391-81D4-CB19F9AB918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25.375" v="265"/>
          <ac:spMkLst>
            <pc:docMk/>
            <pc:sldMk cId="253824921" sldId="273"/>
            <ac:spMk id="15" creationId="{063BBA22-50EA-4C4D-BE05-F1CE4E63AA56}"/>
          </ac:spMkLst>
        </pc:spChg>
        <pc:graphicFrameChg chg="add">
          <ac:chgData name="Marvin  Poppe" userId="S::marvinpoppe@reitverein-lingen.de::fa81673b-77a5-4b09-9172-a4ff1327dce1" providerId="AD" clId="Web-{F02DB5EC-0407-0260-138A-8215D2B635BE}" dt="2026-05-28T20:06:25.375" v="265"/>
          <ac:graphicFrameMkLst>
            <pc:docMk/>
            <pc:sldMk cId="253824921" sldId="273"/>
            <ac:graphicFrameMk id="5" creationId="{2D5FF03F-9148-0249-3033-B1AA231F653F}"/>
          </ac:graphicFrameMkLst>
        </pc:graphicFrameChg>
      </pc:sldChg>
      <pc:sldChg chg="modSp del">
        <pc:chgData name="Marvin  Poppe" userId="S::marvinpoppe@reitverein-lingen.de::fa81673b-77a5-4b09-9172-a4ff1327dce1" providerId="AD" clId="Web-{F02DB5EC-0407-0260-138A-8215D2B635BE}" dt="2026-05-28T20:03:42.654" v="210"/>
        <pc:sldMkLst>
          <pc:docMk/>
          <pc:sldMk cId="1414516153" sldId="274"/>
        </pc:sldMkLst>
        <pc:spChg chg="mod">
          <ac:chgData name="Marvin  Poppe" userId="S::marvinpoppe@reitverein-lingen.de::fa81673b-77a5-4b09-9172-a4ff1327dce1" providerId="AD" clId="Web-{F02DB5EC-0407-0260-138A-8215D2B635BE}" dt="2026-05-28T19:58:55.291" v="171" actId="20577"/>
          <ac:spMkLst>
            <pc:docMk/>
            <pc:sldMk cId="1414516153" sldId="274"/>
            <ac:spMk id="3" creationId="{F1F455CF-65CF-3E35-7EFD-A4890142E249}"/>
          </ac:spMkLst>
        </pc:spChg>
      </pc:sldChg>
      <pc:sldChg chg="addSp delSp modSp mod setBg">
        <pc:chgData name="Marvin  Poppe" userId="S::marvinpoppe@reitverein-lingen.de::fa81673b-77a5-4b09-9172-a4ff1327dce1" providerId="AD" clId="Web-{F02DB5EC-0407-0260-138A-8215D2B635BE}" dt="2026-05-28T20:06:35.703" v="268"/>
        <pc:sldMkLst>
          <pc:docMk/>
          <pc:sldMk cId="3303273316" sldId="275"/>
        </pc:sldMkLst>
        <pc:spChg chg="mod">
          <ac:chgData name="Marvin  Poppe" userId="S::marvinpoppe@reitverein-lingen.de::fa81673b-77a5-4b09-9172-a4ff1327dce1" providerId="AD" clId="Web-{F02DB5EC-0407-0260-138A-8215D2B635BE}" dt="2026-05-28T20:06:35.703" v="268"/>
          <ac:spMkLst>
            <pc:docMk/>
            <pc:sldMk cId="3303273316" sldId="275"/>
            <ac:spMk id="2" creationId="{AEEACB49-566D-C7F3-E6C0-2357BD4283E9}"/>
          </ac:spMkLst>
        </pc:spChg>
        <pc:spChg chg="add del mod">
          <ac:chgData name="Marvin  Poppe" userId="S::marvinpoppe@reitverein-lingen.de::fa81673b-77a5-4b09-9172-a4ff1327dce1" providerId="AD" clId="Web-{F02DB5EC-0407-0260-138A-8215D2B635BE}" dt="2026-05-28T20:06:35.703" v="268"/>
          <ac:spMkLst>
            <pc:docMk/>
            <pc:sldMk cId="3303273316" sldId="275"/>
            <ac:spMk id="3" creationId="{C5FF73F7-2D3D-2DD3-2DD3-09897AFB425F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35.703" v="268"/>
          <ac:spMkLst>
            <pc:docMk/>
            <pc:sldMk cId="3303273316" sldId="275"/>
            <ac:spMk id="9" creationId="{D9A7F3BF-8763-4074-AD77-92790AF314D1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20:06:35.672" v="267"/>
          <ac:spMkLst>
            <pc:docMk/>
            <pc:sldMk cId="3303273316" sldId="275"/>
            <ac:spMk id="10" creationId="{B50AB553-2A96-4A92-96F2-93548E096954}"/>
          </ac:spMkLst>
        </pc:spChg>
        <pc:grpChg chg="add">
          <ac:chgData name="Marvin  Poppe" userId="S::marvinpoppe@reitverein-lingen.de::fa81673b-77a5-4b09-9172-a4ff1327dce1" providerId="AD" clId="Web-{F02DB5EC-0407-0260-138A-8215D2B635BE}" dt="2026-05-28T20:06:35.703" v="268"/>
          <ac:grpSpMkLst>
            <pc:docMk/>
            <pc:sldMk cId="3303273316" sldId="275"/>
            <ac:grpSpMk id="11" creationId="{7A9648D6-B41B-42D0-A817-AE2607B0B5B8}"/>
          </ac:grpSpMkLst>
        </pc:grpChg>
        <pc:graphicFrameChg chg="add del">
          <ac:chgData name="Marvin  Poppe" userId="S::marvinpoppe@reitverein-lingen.de::fa81673b-77a5-4b09-9172-a4ff1327dce1" providerId="AD" clId="Web-{F02DB5EC-0407-0260-138A-8215D2B635BE}" dt="2026-05-28T20:06:35.672" v="267"/>
          <ac:graphicFrameMkLst>
            <pc:docMk/>
            <pc:sldMk cId="3303273316" sldId="275"/>
            <ac:graphicFrameMk id="5" creationId="{FE226056-4F3B-D20D-9628-F0B2BCB5C9E6}"/>
          </ac:graphicFrameMkLst>
        </pc:graphicFrameChg>
        <pc:graphicFrameChg chg="add">
          <ac:chgData name="Marvin  Poppe" userId="S::marvinpoppe@reitverein-lingen.de::fa81673b-77a5-4b09-9172-a4ff1327dce1" providerId="AD" clId="Web-{F02DB5EC-0407-0260-138A-8215D2B635BE}" dt="2026-05-28T20:06:35.703" v="268"/>
          <ac:graphicFrameMkLst>
            <pc:docMk/>
            <pc:sldMk cId="3303273316" sldId="275"/>
            <ac:graphicFrameMk id="15" creationId="{2437A8D0-47F6-67F9-F6A6-2DEA56D9C5DD}"/>
          </ac:graphicFrameMkLst>
        </pc:graphicFrameChg>
        <pc:picChg chg="add del">
          <ac:chgData name="Marvin  Poppe" userId="S::marvinpoppe@reitverein-lingen.de::fa81673b-77a5-4b09-9172-a4ff1327dce1" providerId="AD" clId="Web-{F02DB5EC-0407-0260-138A-8215D2B635BE}" dt="2026-05-28T20:06:35.672" v="267"/>
          <ac:picMkLst>
            <pc:docMk/>
            <pc:sldMk cId="3303273316" sldId="275"/>
            <ac:picMk id="6" creationId="{402BD0DC-3C95-7FA3-F101-912A6FA9CB98}"/>
          </ac:picMkLst>
        </pc:picChg>
        <pc:cxnChg chg="add">
          <ac:chgData name="Marvin  Poppe" userId="S::marvinpoppe@reitverein-lingen.de::fa81673b-77a5-4b09-9172-a4ff1327dce1" providerId="AD" clId="Web-{F02DB5EC-0407-0260-138A-8215D2B635BE}" dt="2026-05-28T20:06:35.703" v="268"/>
          <ac:cxnSpMkLst>
            <pc:docMk/>
            <pc:sldMk cId="3303273316" sldId="275"/>
            <ac:cxnSpMk id="16" creationId="{C49DA8F6-BCC1-4447-B54C-57856834B94B}"/>
          </ac:cxnSpMkLst>
        </pc:cxnChg>
      </pc:sldChg>
      <pc:sldChg chg="addSp delSp modSp mod setBg">
        <pc:chgData name="Marvin  Poppe" userId="S::marvinpoppe@reitverein-lingen.de::fa81673b-77a5-4b09-9172-a4ff1327dce1" providerId="AD" clId="Web-{F02DB5EC-0407-0260-138A-8215D2B635BE}" dt="2026-05-28T20:07:00.250" v="270"/>
        <pc:sldMkLst>
          <pc:docMk/>
          <pc:sldMk cId="1100463437" sldId="277"/>
        </pc:sldMkLst>
        <pc:spChg chg="mod">
          <ac:chgData name="Marvin  Poppe" userId="S::marvinpoppe@reitverein-lingen.de::fa81673b-77a5-4b09-9172-a4ff1327dce1" providerId="AD" clId="Web-{F02DB5EC-0407-0260-138A-8215D2B635BE}" dt="2026-05-28T20:06:47.860" v="269"/>
          <ac:spMkLst>
            <pc:docMk/>
            <pc:sldMk cId="1100463437" sldId="277"/>
            <ac:spMk id="2" creationId="{598BD20E-EABF-953A-0C37-7DA07323E4B6}"/>
          </ac:spMkLst>
        </pc:spChg>
        <pc:spChg chg="del mod">
          <ac:chgData name="Marvin  Poppe" userId="S::marvinpoppe@reitverein-lingen.de::fa81673b-77a5-4b09-9172-a4ff1327dce1" providerId="AD" clId="Web-{F02DB5EC-0407-0260-138A-8215D2B635BE}" dt="2026-05-28T20:06:47.860" v="269"/>
          <ac:spMkLst>
            <pc:docMk/>
            <pc:sldMk cId="1100463437" sldId="277"/>
            <ac:spMk id="3" creationId="{7806F469-7CAE-6C8E-2EDE-9CF32C6B162C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47.860" v="269"/>
          <ac:spMkLst>
            <pc:docMk/>
            <pc:sldMk cId="1100463437" sldId="277"/>
            <ac:spMk id="9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47.860" v="269"/>
          <ac:spMkLst>
            <pc:docMk/>
            <pc:sldMk cId="1100463437" sldId="277"/>
            <ac:spMk id="11" creationId="{256B2C21-A230-48C0-8DF1-C46611373C44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47.860" v="269"/>
          <ac:spMkLst>
            <pc:docMk/>
            <pc:sldMk cId="1100463437" sldId="277"/>
            <ac:spMk id="13" creationId="{3847E18C-932D-4C95-AABA-FEC7C9499AD7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47.860" v="269"/>
          <ac:spMkLst>
            <pc:docMk/>
            <pc:sldMk cId="1100463437" sldId="277"/>
            <ac:spMk id="15" creationId="{3150CB11-0C61-439E-910F-5787759E72A0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47.860" v="269"/>
          <ac:spMkLst>
            <pc:docMk/>
            <pc:sldMk cId="1100463437" sldId="277"/>
            <ac:spMk id="17" creationId="{43F8A58B-5155-44CE-A5FF-7647B47D0A7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6:47.860" v="269"/>
          <ac:spMkLst>
            <pc:docMk/>
            <pc:sldMk cId="1100463437" sldId="277"/>
            <ac:spMk id="19" creationId="{443F2ACA-E6D6-4028-82DD-F03C262D5DE6}"/>
          </ac:spMkLst>
        </pc:spChg>
        <pc:graphicFrameChg chg="add modGraphic">
          <ac:chgData name="Marvin  Poppe" userId="S::marvinpoppe@reitverein-lingen.de::fa81673b-77a5-4b09-9172-a4ff1327dce1" providerId="AD" clId="Web-{F02DB5EC-0407-0260-138A-8215D2B635BE}" dt="2026-05-28T20:07:00.250" v="270"/>
          <ac:graphicFrameMkLst>
            <pc:docMk/>
            <pc:sldMk cId="1100463437" sldId="277"/>
            <ac:graphicFrameMk id="5" creationId="{D48987DE-5524-FF51-8D14-E8BB310E0DEF}"/>
          </ac:graphicFrameMkLst>
        </pc:graphicFrameChg>
      </pc:sldChg>
      <pc:sldChg chg="addSp delSp modSp new mod setBg">
        <pc:chgData name="Marvin  Poppe" userId="S::marvinpoppe@reitverein-lingen.de::fa81673b-77a5-4b09-9172-a4ff1327dce1" providerId="AD" clId="Web-{F02DB5EC-0407-0260-138A-8215D2B635BE}" dt="2026-05-28T19:42:31.996" v="32"/>
        <pc:sldMkLst>
          <pc:docMk/>
          <pc:sldMk cId="213264404" sldId="278"/>
        </pc:sldMkLst>
        <pc:spChg chg="mod">
          <ac:chgData name="Marvin  Poppe" userId="S::marvinpoppe@reitverein-lingen.de::fa81673b-77a5-4b09-9172-a4ff1327dce1" providerId="AD" clId="Web-{F02DB5EC-0407-0260-138A-8215D2B635BE}" dt="2026-05-28T19:42:31.996" v="32"/>
          <ac:spMkLst>
            <pc:docMk/>
            <pc:sldMk cId="213264404" sldId="278"/>
            <ac:spMk id="2" creationId="{F559CDF5-DCF9-7051-A223-0B8481F9BAEC}"/>
          </ac:spMkLst>
        </pc:spChg>
        <pc:spChg chg="mod">
          <ac:chgData name="Marvin  Poppe" userId="S::marvinpoppe@reitverein-lingen.de::fa81673b-77a5-4b09-9172-a4ff1327dce1" providerId="AD" clId="Web-{F02DB5EC-0407-0260-138A-8215D2B635BE}" dt="2026-05-28T19:42:31.996" v="32"/>
          <ac:spMkLst>
            <pc:docMk/>
            <pc:sldMk cId="213264404" sldId="278"/>
            <ac:spMk id="3" creationId="{DB35CD45-F4FF-9D56-EEF3-321F17CA921B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19:42:31.996" v="32"/>
          <ac:spMkLst>
            <pc:docMk/>
            <pc:sldMk cId="213264404" sldId="278"/>
            <ac:spMk id="10" creationId="{A3363022-C969-41E9-8EB2-E4C94908C1FA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19:42:31.996" v="32"/>
          <ac:spMkLst>
            <pc:docMk/>
            <pc:sldMk cId="213264404" sldId="278"/>
            <ac:spMk id="12" creationId="{8D1AD6B3-BE88-4CEB-BA17-790657CC4729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31.996" v="32"/>
          <ac:spMkLst>
            <pc:docMk/>
            <pc:sldMk cId="213264404" sldId="278"/>
            <ac:spMk id="22" creationId="{73C994B4-9721-4148-9EEC-6793CECDE8D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31.996" v="32"/>
          <ac:spMkLst>
            <pc:docMk/>
            <pc:sldMk cId="213264404" sldId="278"/>
            <ac:spMk id="24" creationId="{F9D95E49-763A-4886-B038-82F734740554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31.996" v="32"/>
          <ac:spMkLst>
            <pc:docMk/>
            <pc:sldMk cId="213264404" sldId="278"/>
            <ac:spMk id="26" creationId="{541CEA24-8518-4C08-A11E-B7E64FB31F70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19:42:31.996" v="32"/>
          <ac:spMkLst>
            <pc:docMk/>
            <pc:sldMk cId="213264404" sldId="278"/>
            <ac:spMk id="32" creationId="{4AA74EAB-FD76-4F40-A962-CEADC30542B5}"/>
          </ac:spMkLst>
        </pc:spChg>
        <pc:grpChg chg="add del">
          <ac:chgData name="Marvin  Poppe" userId="S::marvinpoppe@reitverein-lingen.de::fa81673b-77a5-4b09-9172-a4ff1327dce1" providerId="AD" clId="Web-{F02DB5EC-0407-0260-138A-8215D2B635BE}" dt="2026-05-28T19:42:31.996" v="32"/>
          <ac:grpSpMkLst>
            <pc:docMk/>
            <pc:sldMk cId="213264404" sldId="278"/>
            <ac:grpSpMk id="14" creationId="{89D1390B-7E13-4B4F-9CB2-391063412E54}"/>
          </ac:grpSpMkLst>
        </pc:grpChg>
        <pc:picChg chg="add del mod">
          <ac:chgData name="Marvin  Poppe" userId="S::marvinpoppe@reitverein-lingen.de::fa81673b-77a5-4b09-9172-a4ff1327dce1" providerId="AD" clId="Web-{F02DB5EC-0407-0260-138A-8215D2B635BE}" dt="2026-05-28T19:42:31.996" v="32"/>
          <ac:picMkLst>
            <pc:docMk/>
            <pc:sldMk cId="213264404" sldId="278"/>
            <ac:picMk id="7" creationId="{D2E9AF21-7A64-C247-01B1-DFFF066F87EF}"/>
          </ac:picMkLst>
        </pc:picChg>
      </pc:sldChg>
      <pc:sldChg chg="addSp modSp new mod setBg">
        <pc:chgData name="Marvin  Poppe" userId="S::marvinpoppe@reitverein-lingen.de::fa81673b-77a5-4b09-9172-a4ff1327dce1" providerId="AD" clId="Web-{F02DB5EC-0407-0260-138A-8215D2B635BE}" dt="2026-05-28T20:04:18.967" v="222" actId="20577"/>
        <pc:sldMkLst>
          <pc:docMk/>
          <pc:sldMk cId="3877972089" sldId="279"/>
        </pc:sldMkLst>
        <pc:spChg chg="mod">
          <ac:chgData name="Marvin  Poppe" userId="S::marvinpoppe@reitverein-lingen.de::fa81673b-77a5-4b09-9172-a4ff1327dce1" providerId="AD" clId="Web-{F02DB5EC-0407-0260-138A-8215D2B635BE}" dt="2026-05-28T20:04:18.967" v="222" actId="20577"/>
          <ac:spMkLst>
            <pc:docMk/>
            <pc:sldMk cId="3877972089" sldId="279"/>
            <ac:spMk id="2" creationId="{11D06755-B77A-5868-B5FC-34915F820B93}"/>
          </ac:spMkLst>
        </pc:spChg>
        <pc:spChg chg="mod">
          <ac:chgData name="Marvin  Poppe" userId="S::marvinpoppe@reitverein-lingen.de::fa81673b-77a5-4b09-9172-a4ff1327dce1" providerId="AD" clId="Web-{F02DB5EC-0407-0260-138A-8215D2B635BE}" dt="2026-05-28T20:04:14.717" v="219" actId="20577"/>
          <ac:spMkLst>
            <pc:docMk/>
            <pc:sldMk cId="3877972089" sldId="279"/>
            <ac:spMk id="3" creationId="{860D15AE-B2F5-29AB-366A-0E41FB65DF2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3:55.092" v="211"/>
          <ac:spMkLst>
            <pc:docMk/>
            <pc:sldMk cId="3877972089" sldId="279"/>
            <ac:spMk id="8" creationId="{43C48B49-6135-48B6-AC0F-97E5D8D1F03F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3:55.092" v="211"/>
          <ac:spMkLst>
            <pc:docMk/>
            <pc:sldMk cId="3877972089" sldId="279"/>
            <ac:spMk id="10" creationId="{9715DAF0-AE1B-46C9-8A6B-DB2AA05AB91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3:55.092" v="211"/>
          <ac:spMkLst>
            <pc:docMk/>
            <pc:sldMk cId="3877972089" sldId="279"/>
            <ac:spMk id="12" creationId="{DC631C0B-6DA6-4E57-8231-CE32B3434A7E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3:55.092" v="211"/>
          <ac:spMkLst>
            <pc:docMk/>
            <pc:sldMk cId="3877972089" sldId="279"/>
            <ac:spMk id="14" creationId="{F256AC18-FB41-4977-8B0C-F5082335AB7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3:55.092" v="211"/>
          <ac:spMkLst>
            <pc:docMk/>
            <pc:sldMk cId="3877972089" sldId="279"/>
            <ac:spMk id="16" creationId="{AFF4A713-7B75-4B21-90D7-5AB19547C728}"/>
          </ac:spMkLst>
        </pc:spChg>
      </pc:sldChg>
      <pc:sldChg chg="addSp delSp modSp new mod setBg">
        <pc:chgData name="Marvin  Poppe" userId="S::marvinpoppe@reitverein-lingen.de::fa81673b-77a5-4b09-9172-a4ff1327dce1" providerId="AD" clId="Web-{F02DB5EC-0407-0260-138A-8215D2B635BE}" dt="2026-05-28T20:04:51.436" v="229"/>
        <pc:sldMkLst>
          <pc:docMk/>
          <pc:sldMk cId="4226523797" sldId="280"/>
        </pc:sldMkLst>
        <pc:spChg chg="mod">
          <ac:chgData name="Marvin  Poppe" userId="S::marvinpoppe@reitverein-lingen.de::fa81673b-77a5-4b09-9172-a4ff1327dce1" providerId="AD" clId="Web-{F02DB5EC-0407-0260-138A-8215D2B635BE}" dt="2026-05-28T20:04:51.436" v="229"/>
          <ac:spMkLst>
            <pc:docMk/>
            <pc:sldMk cId="4226523797" sldId="280"/>
            <ac:spMk id="2" creationId="{0D435BDD-A100-F61C-E0A3-02E3E34C0A49}"/>
          </ac:spMkLst>
        </pc:spChg>
        <pc:spChg chg="del mod">
          <ac:chgData name="Marvin  Poppe" userId="S::marvinpoppe@reitverein-lingen.de::fa81673b-77a5-4b09-9172-a4ff1327dce1" providerId="AD" clId="Web-{F02DB5EC-0407-0260-138A-8215D2B635BE}" dt="2026-05-28T20:04:51.436" v="229"/>
          <ac:spMkLst>
            <pc:docMk/>
            <pc:sldMk cId="4226523797" sldId="280"/>
            <ac:spMk id="3" creationId="{E78228EC-7C20-D247-708D-D0552E0E6AC9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4:51.436" v="229"/>
          <ac:spMkLst>
            <pc:docMk/>
            <pc:sldMk cId="4226523797" sldId="280"/>
            <ac:spMk id="9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4:51.436" v="229"/>
          <ac:spMkLst>
            <pc:docMk/>
            <pc:sldMk cId="4226523797" sldId="280"/>
            <ac:spMk id="11" creationId="{F68B3F68-107C-434F-AA38-110D5EA91B85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4:51.436" v="229"/>
          <ac:spMkLst>
            <pc:docMk/>
            <pc:sldMk cId="4226523797" sldId="280"/>
            <ac:spMk id="13" creationId="{AAD0DBB9-1A4B-4391-81D4-CB19F9AB918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4:51.436" v="229"/>
          <ac:spMkLst>
            <pc:docMk/>
            <pc:sldMk cId="4226523797" sldId="280"/>
            <ac:spMk id="15" creationId="{063BBA22-50EA-4C4D-BE05-F1CE4E63AA56}"/>
          </ac:spMkLst>
        </pc:spChg>
        <pc:graphicFrameChg chg="add">
          <ac:chgData name="Marvin  Poppe" userId="S::marvinpoppe@reitverein-lingen.de::fa81673b-77a5-4b09-9172-a4ff1327dce1" providerId="AD" clId="Web-{F02DB5EC-0407-0260-138A-8215D2B635BE}" dt="2026-05-28T20:04:51.436" v="229"/>
          <ac:graphicFrameMkLst>
            <pc:docMk/>
            <pc:sldMk cId="4226523797" sldId="280"/>
            <ac:graphicFrameMk id="5" creationId="{874B0DF1-D508-AC30-E7F1-CC20874632D3}"/>
          </ac:graphicFrameMkLst>
        </pc:graphicFrameChg>
      </pc:sldChg>
      <pc:sldChg chg="addSp modSp new mod setBg">
        <pc:chgData name="Marvin  Poppe" userId="S::marvinpoppe@reitverein-lingen.de::fa81673b-77a5-4b09-9172-a4ff1327dce1" providerId="AD" clId="Web-{F02DB5EC-0407-0260-138A-8215D2B635BE}" dt="2026-05-28T20:05:27.327" v="240"/>
        <pc:sldMkLst>
          <pc:docMk/>
          <pc:sldMk cId="91481376" sldId="281"/>
        </pc:sldMkLst>
        <pc:spChg chg="mod">
          <ac:chgData name="Marvin  Poppe" userId="S::marvinpoppe@reitverein-lingen.de::fa81673b-77a5-4b09-9172-a4ff1327dce1" providerId="AD" clId="Web-{F02DB5EC-0407-0260-138A-8215D2B635BE}" dt="2026-05-28T20:05:27.327" v="240"/>
          <ac:spMkLst>
            <pc:docMk/>
            <pc:sldMk cId="91481376" sldId="281"/>
            <ac:spMk id="2" creationId="{4F6769F5-E2B7-FC6C-D5B8-F61B21AFFE3C}"/>
          </ac:spMkLst>
        </pc:spChg>
        <pc:spChg chg="mod">
          <ac:chgData name="Marvin  Poppe" userId="S::marvinpoppe@reitverein-lingen.de::fa81673b-77a5-4b09-9172-a4ff1327dce1" providerId="AD" clId="Web-{F02DB5EC-0407-0260-138A-8215D2B635BE}" dt="2026-05-28T20:05:27.327" v="240"/>
          <ac:spMkLst>
            <pc:docMk/>
            <pc:sldMk cId="91481376" sldId="281"/>
            <ac:spMk id="3" creationId="{E8BD1E0D-4D78-A8AC-716F-981CBD1DFF3E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27.327" v="240"/>
          <ac:spMkLst>
            <pc:docMk/>
            <pc:sldMk cId="91481376" sldId="281"/>
            <ac:spMk id="8" creationId="{09588DA8-065E-4F6F-8EFD-43104AB2E0CF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27.327" v="240"/>
          <ac:spMkLst>
            <pc:docMk/>
            <pc:sldMk cId="91481376" sldId="281"/>
            <ac:spMk id="10" creationId="{C4285719-470E-454C-AF62-8323075F1F5B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27.327" v="240"/>
          <ac:spMkLst>
            <pc:docMk/>
            <pc:sldMk cId="91481376" sldId="281"/>
            <ac:spMk id="12" creationId="{CD9FE4EF-C4D8-49A0-B2FF-81D8DB7D8A24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27.327" v="240"/>
          <ac:spMkLst>
            <pc:docMk/>
            <pc:sldMk cId="91481376" sldId="281"/>
            <ac:spMk id="14" creationId="{4300840D-0A0B-4512-BACA-B439D5B9C57C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27.327" v="240"/>
          <ac:spMkLst>
            <pc:docMk/>
            <pc:sldMk cId="91481376" sldId="281"/>
            <ac:spMk id="16" creationId="{D2B78728-A580-49A7-84F9-6EF6F583ADE0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27.327" v="240"/>
          <ac:spMkLst>
            <pc:docMk/>
            <pc:sldMk cId="91481376" sldId="281"/>
            <ac:spMk id="18" creationId="{38FAA1A1-D861-433F-88FA-1E9D6FD31D11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27.327" v="240"/>
          <ac:spMkLst>
            <pc:docMk/>
            <pc:sldMk cId="91481376" sldId="281"/>
            <ac:spMk id="20" creationId="{8D71EDA1-87BF-4D5D-AB79-F346FD19278A}"/>
          </ac:spMkLst>
        </pc:spChg>
      </pc:sldChg>
      <pc:sldChg chg="addSp delSp modSp new mod setBg">
        <pc:chgData name="Marvin  Poppe" userId="S::marvinpoppe@reitverein-lingen.de::fa81673b-77a5-4b09-9172-a4ff1327dce1" providerId="AD" clId="Web-{F02DB5EC-0407-0260-138A-8215D2B635BE}" dt="2026-05-28T20:05:53.765" v="251"/>
        <pc:sldMkLst>
          <pc:docMk/>
          <pc:sldMk cId="455193509" sldId="282"/>
        </pc:sldMkLst>
        <pc:spChg chg="mod">
          <ac:chgData name="Marvin  Poppe" userId="S::marvinpoppe@reitverein-lingen.de::fa81673b-77a5-4b09-9172-a4ff1327dce1" providerId="AD" clId="Web-{F02DB5EC-0407-0260-138A-8215D2B635BE}" dt="2026-05-28T20:05:53.765" v="251"/>
          <ac:spMkLst>
            <pc:docMk/>
            <pc:sldMk cId="455193509" sldId="282"/>
            <ac:spMk id="2" creationId="{4C12948E-8045-5336-05D2-1AA066D1F0AC}"/>
          </ac:spMkLst>
        </pc:spChg>
        <pc:spChg chg="add del mod">
          <ac:chgData name="Marvin  Poppe" userId="S::marvinpoppe@reitverein-lingen.de::fa81673b-77a5-4b09-9172-a4ff1327dce1" providerId="AD" clId="Web-{F02DB5EC-0407-0260-138A-8215D2B635BE}" dt="2026-05-28T20:05:53.765" v="251"/>
          <ac:spMkLst>
            <pc:docMk/>
            <pc:sldMk cId="455193509" sldId="282"/>
            <ac:spMk id="3" creationId="{398A5223-DFE7-166D-97D0-5F66A975C4CB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20:05:53.734" v="250"/>
          <ac:spMkLst>
            <pc:docMk/>
            <pc:sldMk cId="455193509" sldId="282"/>
            <ac:spMk id="9" creationId="{BACC6370-2D7E-4714-9D71-7542949D7D5D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20:05:53.734" v="250"/>
          <ac:spMkLst>
            <pc:docMk/>
            <pc:sldMk cId="455193509" sldId="282"/>
            <ac:spMk id="11" creationId="{F68B3F68-107C-434F-AA38-110D5EA91B85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20:05:53.734" v="250"/>
          <ac:spMkLst>
            <pc:docMk/>
            <pc:sldMk cId="455193509" sldId="282"/>
            <ac:spMk id="13" creationId="{AAD0DBB9-1A4B-4391-81D4-CB19F9AB918A}"/>
          </ac:spMkLst>
        </pc:spChg>
        <pc:spChg chg="add del">
          <ac:chgData name="Marvin  Poppe" userId="S::marvinpoppe@reitverein-lingen.de::fa81673b-77a5-4b09-9172-a4ff1327dce1" providerId="AD" clId="Web-{F02DB5EC-0407-0260-138A-8215D2B635BE}" dt="2026-05-28T20:05:53.734" v="250"/>
          <ac:spMkLst>
            <pc:docMk/>
            <pc:sldMk cId="455193509" sldId="282"/>
            <ac:spMk id="15" creationId="{063BBA22-50EA-4C4D-BE05-F1CE4E63AA56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53.765" v="251"/>
          <ac:spMkLst>
            <pc:docMk/>
            <pc:sldMk cId="455193509" sldId="282"/>
            <ac:spMk id="17" creationId="{BACC6370-2D7E-4714-9D71-7542949D7D5D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53.765" v="251"/>
          <ac:spMkLst>
            <pc:docMk/>
            <pc:sldMk cId="455193509" sldId="282"/>
            <ac:spMk id="18" creationId="{F68B3F68-107C-434F-AA38-110D5EA91B85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53.765" v="251"/>
          <ac:spMkLst>
            <pc:docMk/>
            <pc:sldMk cId="455193509" sldId="282"/>
            <ac:spMk id="19" creationId="{AAD0DBB9-1A4B-4391-81D4-CB19F9AB918A}"/>
          </ac:spMkLst>
        </pc:spChg>
        <pc:spChg chg="add">
          <ac:chgData name="Marvin  Poppe" userId="S::marvinpoppe@reitverein-lingen.de::fa81673b-77a5-4b09-9172-a4ff1327dce1" providerId="AD" clId="Web-{F02DB5EC-0407-0260-138A-8215D2B635BE}" dt="2026-05-28T20:05:53.765" v="251"/>
          <ac:spMkLst>
            <pc:docMk/>
            <pc:sldMk cId="455193509" sldId="282"/>
            <ac:spMk id="20" creationId="{063BBA22-50EA-4C4D-BE05-F1CE4E63AA56}"/>
          </ac:spMkLst>
        </pc:spChg>
        <pc:graphicFrameChg chg="add del">
          <ac:chgData name="Marvin  Poppe" userId="S::marvinpoppe@reitverein-lingen.de::fa81673b-77a5-4b09-9172-a4ff1327dce1" providerId="AD" clId="Web-{F02DB5EC-0407-0260-138A-8215D2B635BE}" dt="2026-05-28T20:05:53.734" v="250"/>
          <ac:graphicFrameMkLst>
            <pc:docMk/>
            <pc:sldMk cId="455193509" sldId="282"/>
            <ac:graphicFrameMk id="5" creationId="{B72A754B-1D82-EE1A-5252-3030DF9E40DC}"/>
          </ac:graphicFrameMkLst>
        </pc:graphicFrameChg>
        <pc:graphicFrameChg chg="add">
          <ac:chgData name="Marvin  Poppe" userId="S::marvinpoppe@reitverein-lingen.de::fa81673b-77a5-4b09-9172-a4ff1327dce1" providerId="AD" clId="Web-{F02DB5EC-0407-0260-138A-8215D2B635BE}" dt="2026-05-28T20:05:53.765" v="251"/>
          <ac:graphicFrameMkLst>
            <pc:docMk/>
            <pc:sldMk cId="455193509" sldId="282"/>
            <ac:graphicFrameMk id="21" creationId="{E6E6FEA3-3325-1389-6AC2-0D3D8972D630}"/>
          </ac:graphicFrameMkLst>
        </pc:graphicFrameChg>
      </pc:sldChg>
    </pc:docChg>
  </pc:docChgLst>
  <pc:docChgLst>
    <pc:chgData name="Marvin  Poppe" userId="S::marvinpoppe@reitverein-lingen.de::fa81673b-77a5-4b09-9172-a4ff1327dce1" providerId="AD" clId="Web-{33421D19-C152-496F-AA29-04B309BCB938}"/>
    <pc:docChg chg="modSld">
      <pc:chgData name="Marvin  Poppe" userId="S::marvinpoppe@reitverein-lingen.de::fa81673b-77a5-4b09-9172-a4ff1327dce1" providerId="AD" clId="Web-{33421D19-C152-496F-AA29-04B309BCB938}" dt="2026-05-28T20:08:47.032" v="13"/>
      <pc:docMkLst>
        <pc:docMk/>
      </pc:docMkLst>
      <pc:sldChg chg="modTransition">
        <pc:chgData name="Marvin  Poppe" userId="S::marvinpoppe@reitverein-lingen.de::fa81673b-77a5-4b09-9172-a4ff1327dce1" providerId="AD" clId="Web-{33421D19-C152-496F-AA29-04B309BCB938}" dt="2026-05-28T20:08:47.032" v="13"/>
        <pc:sldMkLst>
          <pc:docMk/>
          <pc:sldMk cId="3829334984" sldId="267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17" v="1"/>
        <pc:sldMkLst>
          <pc:docMk/>
          <pc:sldMk cId="1330056602" sldId="268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17" v="2"/>
        <pc:sldMkLst>
          <pc:docMk/>
          <pc:sldMk cId="387824340" sldId="269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17" v="3"/>
        <pc:sldMkLst>
          <pc:docMk/>
          <pc:sldMk cId="3486710240" sldId="270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17" v="4"/>
        <pc:sldMkLst>
          <pc:docMk/>
          <pc:sldMk cId="3021985551" sldId="271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17" v="5"/>
        <pc:sldMkLst>
          <pc:docMk/>
          <pc:sldMk cId="1733388298" sldId="272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32" v="10"/>
        <pc:sldMkLst>
          <pc:docMk/>
          <pc:sldMk cId="253824921" sldId="273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32" v="11"/>
        <pc:sldMkLst>
          <pc:docMk/>
          <pc:sldMk cId="3303273316" sldId="275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32" v="12"/>
        <pc:sldMkLst>
          <pc:docMk/>
          <pc:sldMk cId="1100463437" sldId="277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17" v="0"/>
        <pc:sldMkLst>
          <pc:docMk/>
          <pc:sldMk cId="213264404" sldId="278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32" v="6"/>
        <pc:sldMkLst>
          <pc:docMk/>
          <pc:sldMk cId="3877972089" sldId="279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32" v="7"/>
        <pc:sldMkLst>
          <pc:docMk/>
          <pc:sldMk cId="4226523797" sldId="280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32" v="8"/>
        <pc:sldMkLst>
          <pc:docMk/>
          <pc:sldMk cId="91481376" sldId="281"/>
        </pc:sldMkLst>
      </pc:sldChg>
      <pc:sldChg chg="modTransition">
        <pc:chgData name="Marvin  Poppe" userId="S::marvinpoppe@reitverein-lingen.de::fa81673b-77a5-4b09-9172-a4ff1327dce1" providerId="AD" clId="Web-{33421D19-C152-496F-AA29-04B309BCB938}" dt="2026-05-28T20:08:47.032" v="9"/>
        <pc:sldMkLst>
          <pc:docMk/>
          <pc:sldMk cId="455193509" sldId="282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2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2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35E53E-CE51-4C9D-B7D0-C13C40EA2F3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7C586B-48FA-44F4-8041-ECE6068CB232}">
      <dgm:prSet/>
      <dgm:spPr/>
      <dgm:t>
        <a:bodyPr/>
        <a:lstStyle/>
        <a:p>
          <a:r>
            <a:rPr lang="de-DE"/>
            <a:t>Projektübersicht</a:t>
          </a:r>
          <a:endParaRPr lang="en-US"/>
        </a:p>
      </dgm:t>
    </dgm:pt>
    <dgm:pt modelId="{FA41D4C1-2E61-4A22-986A-9723C61A73C1}" type="parTrans" cxnId="{3F098C42-B37F-4604-83ED-14370E0488AB}">
      <dgm:prSet/>
      <dgm:spPr/>
      <dgm:t>
        <a:bodyPr/>
        <a:lstStyle/>
        <a:p>
          <a:endParaRPr lang="en-US"/>
        </a:p>
      </dgm:t>
    </dgm:pt>
    <dgm:pt modelId="{BF9611C6-791B-45FE-A9CF-07251D1973C1}" type="sibTrans" cxnId="{3F098C42-B37F-4604-83ED-14370E0488AB}">
      <dgm:prSet/>
      <dgm:spPr/>
      <dgm:t>
        <a:bodyPr/>
        <a:lstStyle/>
        <a:p>
          <a:endParaRPr lang="en-US"/>
        </a:p>
      </dgm:t>
    </dgm:pt>
    <dgm:pt modelId="{26C3CE2C-F2B4-4727-B695-2FC5D1285249}">
      <dgm:prSet/>
      <dgm:spPr/>
      <dgm:t>
        <a:bodyPr/>
        <a:lstStyle/>
        <a:p>
          <a:r>
            <a:rPr lang="de-DE"/>
            <a:t>Zielsetzung</a:t>
          </a:r>
          <a:endParaRPr lang="en-US"/>
        </a:p>
      </dgm:t>
    </dgm:pt>
    <dgm:pt modelId="{A4476486-E859-4492-98ED-E6D56DEF8718}" type="parTrans" cxnId="{CF3D93B1-4EEC-4EB1-9DDE-480204F21836}">
      <dgm:prSet/>
      <dgm:spPr/>
      <dgm:t>
        <a:bodyPr/>
        <a:lstStyle/>
        <a:p>
          <a:endParaRPr lang="en-US"/>
        </a:p>
      </dgm:t>
    </dgm:pt>
    <dgm:pt modelId="{59E36257-6768-41FA-A014-8475ED5F574A}" type="sibTrans" cxnId="{CF3D93B1-4EEC-4EB1-9DDE-480204F21836}">
      <dgm:prSet/>
      <dgm:spPr/>
      <dgm:t>
        <a:bodyPr/>
        <a:lstStyle/>
        <a:p>
          <a:endParaRPr lang="en-US"/>
        </a:p>
      </dgm:t>
    </dgm:pt>
    <dgm:pt modelId="{89BD866B-EA0E-4DDA-9E79-7DD3E0A9B7E4}">
      <dgm:prSet/>
      <dgm:spPr/>
      <dgm:t>
        <a:bodyPr/>
        <a:lstStyle/>
        <a:p>
          <a:r>
            <a:rPr lang="de-DE"/>
            <a:t>Lastenheft</a:t>
          </a:r>
          <a:endParaRPr lang="en-US"/>
        </a:p>
      </dgm:t>
    </dgm:pt>
    <dgm:pt modelId="{634F4496-9D93-44F1-BF82-90284C1FB0B7}" type="parTrans" cxnId="{CE9A9FCE-C5A8-4482-86DB-62333E316221}">
      <dgm:prSet/>
      <dgm:spPr/>
      <dgm:t>
        <a:bodyPr/>
        <a:lstStyle/>
        <a:p>
          <a:endParaRPr lang="en-US"/>
        </a:p>
      </dgm:t>
    </dgm:pt>
    <dgm:pt modelId="{CFAD07A2-E1E4-447C-8CAF-C0A74A761508}" type="sibTrans" cxnId="{CE9A9FCE-C5A8-4482-86DB-62333E316221}">
      <dgm:prSet/>
      <dgm:spPr/>
      <dgm:t>
        <a:bodyPr/>
        <a:lstStyle/>
        <a:p>
          <a:endParaRPr lang="en-US"/>
        </a:p>
      </dgm:t>
    </dgm:pt>
    <dgm:pt modelId="{107C8E30-6341-4820-A171-90DD24CB660D}">
      <dgm:prSet/>
      <dgm:spPr/>
      <dgm:t>
        <a:bodyPr/>
        <a:lstStyle/>
        <a:p>
          <a:r>
            <a:rPr lang="de-DE"/>
            <a:t>Systemarchitektur</a:t>
          </a:r>
          <a:endParaRPr lang="en-US"/>
        </a:p>
      </dgm:t>
    </dgm:pt>
    <dgm:pt modelId="{376D3DA3-6A2A-4955-AC1B-287F3F6E0F9A}" type="parTrans" cxnId="{74D3E87E-3A9B-4A7F-A8B7-22216FA00096}">
      <dgm:prSet/>
      <dgm:spPr/>
      <dgm:t>
        <a:bodyPr/>
        <a:lstStyle/>
        <a:p>
          <a:endParaRPr lang="en-US"/>
        </a:p>
      </dgm:t>
    </dgm:pt>
    <dgm:pt modelId="{97EFCB64-88D0-494A-89D8-770A6AC58F12}" type="sibTrans" cxnId="{74D3E87E-3A9B-4A7F-A8B7-22216FA00096}">
      <dgm:prSet/>
      <dgm:spPr/>
      <dgm:t>
        <a:bodyPr/>
        <a:lstStyle/>
        <a:p>
          <a:endParaRPr lang="en-US"/>
        </a:p>
      </dgm:t>
    </dgm:pt>
    <dgm:pt modelId="{1A3AE0C2-C14E-4E1C-9D76-2C194FF77DA5}">
      <dgm:prSet/>
      <dgm:spPr/>
      <dgm:t>
        <a:bodyPr/>
        <a:lstStyle/>
        <a:p>
          <a:r>
            <a:rPr lang="de-DE"/>
            <a:t>Technische Umsetzung</a:t>
          </a:r>
          <a:endParaRPr lang="en-US"/>
        </a:p>
      </dgm:t>
    </dgm:pt>
    <dgm:pt modelId="{F6C812DD-827D-4FC1-BF77-8647C1CBA1BD}" type="parTrans" cxnId="{8211331C-BC20-4956-A5D8-4C69E69AA6A9}">
      <dgm:prSet/>
      <dgm:spPr/>
      <dgm:t>
        <a:bodyPr/>
        <a:lstStyle/>
        <a:p>
          <a:endParaRPr lang="en-US"/>
        </a:p>
      </dgm:t>
    </dgm:pt>
    <dgm:pt modelId="{8D8A4A6A-052B-43A6-A22A-812A7A393AF8}" type="sibTrans" cxnId="{8211331C-BC20-4956-A5D8-4C69E69AA6A9}">
      <dgm:prSet/>
      <dgm:spPr/>
      <dgm:t>
        <a:bodyPr/>
        <a:lstStyle/>
        <a:p>
          <a:endParaRPr lang="en-US"/>
        </a:p>
      </dgm:t>
    </dgm:pt>
    <dgm:pt modelId="{0412C465-4F15-440D-B635-1ED59903F8E9}">
      <dgm:prSet/>
      <dgm:spPr/>
      <dgm:t>
        <a:bodyPr/>
        <a:lstStyle/>
        <a:p>
          <a:r>
            <a:rPr lang="de-DE"/>
            <a:t>Statistik &amp; Reporting</a:t>
          </a:r>
          <a:endParaRPr lang="en-US"/>
        </a:p>
      </dgm:t>
    </dgm:pt>
    <dgm:pt modelId="{FF00AEF3-F034-4375-8804-BC1CA51E7D8A}" type="parTrans" cxnId="{763E8B6C-1E69-46CF-9B64-D3E0CFCCCFF6}">
      <dgm:prSet/>
      <dgm:spPr/>
      <dgm:t>
        <a:bodyPr/>
        <a:lstStyle/>
        <a:p>
          <a:endParaRPr lang="en-US"/>
        </a:p>
      </dgm:t>
    </dgm:pt>
    <dgm:pt modelId="{D3257E56-93EC-4665-9486-963E5F7C2DB8}" type="sibTrans" cxnId="{763E8B6C-1E69-46CF-9B64-D3E0CFCCCFF6}">
      <dgm:prSet/>
      <dgm:spPr/>
      <dgm:t>
        <a:bodyPr/>
        <a:lstStyle/>
        <a:p>
          <a:endParaRPr lang="en-US"/>
        </a:p>
      </dgm:t>
    </dgm:pt>
    <dgm:pt modelId="{0373504D-6B84-4D80-A5AF-B2BAABE3B554}">
      <dgm:prSet/>
      <dgm:spPr/>
      <dgm:t>
        <a:bodyPr/>
        <a:lstStyle/>
        <a:p>
          <a:r>
            <a:rPr lang="de-DE"/>
            <a:t>Fazit &amp; Ausblick</a:t>
          </a:r>
          <a:endParaRPr lang="en-US"/>
        </a:p>
      </dgm:t>
    </dgm:pt>
    <dgm:pt modelId="{EE5C3854-97EB-425F-89F3-F886F7B61FE1}" type="parTrans" cxnId="{07B56163-17C3-4649-B0D4-B08F5C74E921}">
      <dgm:prSet/>
      <dgm:spPr/>
      <dgm:t>
        <a:bodyPr/>
        <a:lstStyle/>
        <a:p>
          <a:endParaRPr lang="en-US"/>
        </a:p>
      </dgm:t>
    </dgm:pt>
    <dgm:pt modelId="{59558C38-27E3-4518-8048-18CDC87EB7F9}" type="sibTrans" cxnId="{07B56163-17C3-4649-B0D4-B08F5C74E921}">
      <dgm:prSet/>
      <dgm:spPr/>
      <dgm:t>
        <a:bodyPr/>
        <a:lstStyle/>
        <a:p>
          <a:endParaRPr lang="en-US"/>
        </a:p>
      </dgm:t>
    </dgm:pt>
    <dgm:pt modelId="{D2FCD22C-FEF3-48DE-82B9-3885BCF7511C}" type="pres">
      <dgm:prSet presAssocID="{0035E53E-CE51-4C9D-B7D0-C13C40EA2F3A}" presName="diagram" presStyleCnt="0">
        <dgm:presLayoutVars>
          <dgm:dir/>
          <dgm:resizeHandles val="exact"/>
        </dgm:presLayoutVars>
      </dgm:prSet>
      <dgm:spPr/>
    </dgm:pt>
    <dgm:pt modelId="{B039C904-4816-4838-8652-7FF76C715AE6}" type="pres">
      <dgm:prSet presAssocID="{677C586B-48FA-44F4-8041-ECE6068CB232}" presName="node" presStyleLbl="node1" presStyleIdx="0" presStyleCnt="7">
        <dgm:presLayoutVars>
          <dgm:bulletEnabled val="1"/>
        </dgm:presLayoutVars>
      </dgm:prSet>
      <dgm:spPr/>
    </dgm:pt>
    <dgm:pt modelId="{102B859C-8B5C-4F1E-9447-14C49DC48D5F}" type="pres">
      <dgm:prSet presAssocID="{BF9611C6-791B-45FE-A9CF-07251D1973C1}" presName="sibTrans" presStyleCnt="0"/>
      <dgm:spPr/>
    </dgm:pt>
    <dgm:pt modelId="{B04B8B8B-6DA5-41A4-AB5A-30832E3342ED}" type="pres">
      <dgm:prSet presAssocID="{26C3CE2C-F2B4-4727-B695-2FC5D1285249}" presName="node" presStyleLbl="node1" presStyleIdx="1" presStyleCnt="7">
        <dgm:presLayoutVars>
          <dgm:bulletEnabled val="1"/>
        </dgm:presLayoutVars>
      </dgm:prSet>
      <dgm:spPr/>
    </dgm:pt>
    <dgm:pt modelId="{8AC2101C-7CAB-4182-9177-49836069697F}" type="pres">
      <dgm:prSet presAssocID="{59E36257-6768-41FA-A014-8475ED5F574A}" presName="sibTrans" presStyleCnt="0"/>
      <dgm:spPr/>
    </dgm:pt>
    <dgm:pt modelId="{6F7D1468-A9EB-4E21-A510-D754ED5EC3E2}" type="pres">
      <dgm:prSet presAssocID="{89BD866B-EA0E-4DDA-9E79-7DD3E0A9B7E4}" presName="node" presStyleLbl="node1" presStyleIdx="2" presStyleCnt="7">
        <dgm:presLayoutVars>
          <dgm:bulletEnabled val="1"/>
        </dgm:presLayoutVars>
      </dgm:prSet>
      <dgm:spPr/>
    </dgm:pt>
    <dgm:pt modelId="{A8CC5EB1-B658-4FC2-AC06-07348C19F6D3}" type="pres">
      <dgm:prSet presAssocID="{CFAD07A2-E1E4-447C-8CAF-C0A74A761508}" presName="sibTrans" presStyleCnt="0"/>
      <dgm:spPr/>
    </dgm:pt>
    <dgm:pt modelId="{512FAE2D-454C-451B-9968-3149EEA51F2C}" type="pres">
      <dgm:prSet presAssocID="{107C8E30-6341-4820-A171-90DD24CB660D}" presName="node" presStyleLbl="node1" presStyleIdx="3" presStyleCnt="7">
        <dgm:presLayoutVars>
          <dgm:bulletEnabled val="1"/>
        </dgm:presLayoutVars>
      </dgm:prSet>
      <dgm:spPr/>
    </dgm:pt>
    <dgm:pt modelId="{0CB371CA-EFDE-4EAF-A29C-5BD640DFD7D2}" type="pres">
      <dgm:prSet presAssocID="{97EFCB64-88D0-494A-89D8-770A6AC58F12}" presName="sibTrans" presStyleCnt="0"/>
      <dgm:spPr/>
    </dgm:pt>
    <dgm:pt modelId="{2BADBBA6-F17E-4C16-A9ED-DD02233328A8}" type="pres">
      <dgm:prSet presAssocID="{1A3AE0C2-C14E-4E1C-9D76-2C194FF77DA5}" presName="node" presStyleLbl="node1" presStyleIdx="4" presStyleCnt="7">
        <dgm:presLayoutVars>
          <dgm:bulletEnabled val="1"/>
        </dgm:presLayoutVars>
      </dgm:prSet>
      <dgm:spPr/>
    </dgm:pt>
    <dgm:pt modelId="{3AEB994E-A58B-4A6D-9DF6-A767425F29AB}" type="pres">
      <dgm:prSet presAssocID="{8D8A4A6A-052B-43A6-A22A-812A7A393AF8}" presName="sibTrans" presStyleCnt="0"/>
      <dgm:spPr/>
    </dgm:pt>
    <dgm:pt modelId="{B55A67C5-9D83-4026-BEE5-D0184B2ADD6C}" type="pres">
      <dgm:prSet presAssocID="{0412C465-4F15-440D-B635-1ED59903F8E9}" presName="node" presStyleLbl="node1" presStyleIdx="5" presStyleCnt="7">
        <dgm:presLayoutVars>
          <dgm:bulletEnabled val="1"/>
        </dgm:presLayoutVars>
      </dgm:prSet>
      <dgm:spPr/>
    </dgm:pt>
    <dgm:pt modelId="{58244755-1951-45A9-B347-4157F7C4B974}" type="pres">
      <dgm:prSet presAssocID="{D3257E56-93EC-4665-9486-963E5F7C2DB8}" presName="sibTrans" presStyleCnt="0"/>
      <dgm:spPr/>
    </dgm:pt>
    <dgm:pt modelId="{B81EF026-DF03-4405-82BE-AEE9A5767DD1}" type="pres">
      <dgm:prSet presAssocID="{0373504D-6B84-4D80-A5AF-B2BAABE3B554}" presName="node" presStyleLbl="node1" presStyleIdx="6" presStyleCnt="7">
        <dgm:presLayoutVars>
          <dgm:bulletEnabled val="1"/>
        </dgm:presLayoutVars>
      </dgm:prSet>
      <dgm:spPr/>
    </dgm:pt>
  </dgm:ptLst>
  <dgm:cxnLst>
    <dgm:cxn modelId="{8211331C-BC20-4956-A5D8-4C69E69AA6A9}" srcId="{0035E53E-CE51-4C9D-B7D0-C13C40EA2F3A}" destId="{1A3AE0C2-C14E-4E1C-9D76-2C194FF77DA5}" srcOrd="4" destOrd="0" parTransId="{F6C812DD-827D-4FC1-BF77-8647C1CBA1BD}" sibTransId="{8D8A4A6A-052B-43A6-A22A-812A7A393AF8}"/>
    <dgm:cxn modelId="{3F098C42-B37F-4604-83ED-14370E0488AB}" srcId="{0035E53E-CE51-4C9D-B7D0-C13C40EA2F3A}" destId="{677C586B-48FA-44F4-8041-ECE6068CB232}" srcOrd="0" destOrd="0" parTransId="{FA41D4C1-2E61-4A22-986A-9723C61A73C1}" sibTransId="{BF9611C6-791B-45FE-A9CF-07251D1973C1}"/>
    <dgm:cxn modelId="{07B56163-17C3-4649-B0D4-B08F5C74E921}" srcId="{0035E53E-CE51-4C9D-B7D0-C13C40EA2F3A}" destId="{0373504D-6B84-4D80-A5AF-B2BAABE3B554}" srcOrd="6" destOrd="0" parTransId="{EE5C3854-97EB-425F-89F3-F886F7B61FE1}" sibTransId="{59558C38-27E3-4518-8048-18CDC87EB7F9}"/>
    <dgm:cxn modelId="{763E8B6C-1E69-46CF-9B64-D3E0CFCCCFF6}" srcId="{0035E53E-CE51-4C9D-B7D0-C13C40EA2F3A}" destId="{0412C465-4F15-440D-B635-1ED59903F8E9}" srcOrd="5" destOrd="0" parTransId="{FF00AEF3-F034-4375-8804-BC1CA51E7D8A}" sibTransId="{D3257E56-93EC-4665-9486-963E5F7C2DB8}"/>
    <dgm:cxn modelId="{E866C14C-4887-40F2-A735-8B2439133E9C}" type="presOf" srcId="{0412C465-4F15-440D-B635-1ED59903F8E9}" destId="{B55A67C5-9D83-4026-BEE5-D0184B2ADD6C}" srcOrd="0" destOrd="0" presId="urn:microsoft.com/office/officeart/2005/8/layout/default"/>
    <dgm:cxn modelId="{E2BD2C58-12F5-44D9-9488-B385D90382F8}" type="presOf" srcId="{107C8E30-6341-4820-A171-90DD24CB660D}" destId="{512FAE2D-454C-451B-9968-3149EEA51F2C}" srcOrd="0" destOrd="0" presId="urn:microsoft.com/office/officeart/2005/8/layout/default"/>
    <dgm:cxn modelId="{07AA3578-7AB1-443B-9B6D-E2F3E0B1A10E}" type="presOf" srcId="{1A3AE0C2-C14E-4E1C-9D76-2C194FF77DA5}" destId="{2BADBBA6-F17E-4C16-A9ED-DD02233328A8}" srcOrd="0" destOrd="0" presId="urn:microsoft.com/office/officeart/2005/8/layout/default"/>
    <dgm:cxn modelId="{E6629078-E36F-475A-B177-EA92ACC5E0D9}" type="presOf" srcId="{26C3CE2C-F2B4-4727-B695-2FC5D1285249}" destId="{B04B8B8B-6DA5-41A4-AB5A-30832E3342ED}" srcOrd="0" destOrd="0" presId="urn:microsoft.com/office/officeart/2005/8/layout/default"/>
    <dgm:cxn modelId="{74D3E87E-3A9B-4A7F-A8B7-22216FA00096}" srcId="{0035E53E-CE51-4C9D-B7D0-C13C40EA2F3A}" destId="{107C8E30-6341-4820-A171-90DD24CB660D}" srcOrd="3" destOrd="0" parTransId="{376D3DA3-6A2A-4955-AC1B-287F3F6E0F9A}" sibTransId="{97EFCB64-88D0-494A-89D8-770A6AC58F12}"/>
    <dgm:cxn modelId="{211DCC80-9D14-4C6F-8998-B2423FBDB625}" type="presOf" srcId="{0035E53E-CE51-4C9D-B7D0-C13C40EA2F3A}" destId="{D2FCD22C-FEF3-48DE-82B9-3885BCF7511C}" srcOrd="0" destOrd="0" presId="urn:microsoft.com/office/officeart/2005/8/layout/default"/>
    <dgm:cxn modelId="{A3EDC692-3B93-41F5-A7E8-927C6FD455A7}" type="presOf" srcId="{0373504D-6B84-4D80-A5AF-B2BAABE3B554}" destId="{B81EF026-DF03-4405-82BE-AEE9A5767DD1}" srcOrd="0" destOrd="0" presId="urn:microsoft.com/office/officeart/2005/8/layout/default"/>
    <dgm:cxn modelId="{E2BB659B-6497-43AB-8DF6-128E90F54841}" type="presOf" srcId="{89BD866B-EA0E-4DDA-9E79-7DD3E0A9B7E4}" destId="{6F7D1468-A9EB-4E21-A510-D754ED5EC3E2}" srcOrd="0" destOrd="0" presId="urn:microsoft.com/office/officeart/2005/8/layout/default"/>
    <dgm:cxn modelId="{CF3D93B1-4EEC-4EB1-9DDE-480204F21836}" srcId="{0035E53E-CE51-4C9D-B7D0-C13C40EA2F3A}" destId="{26C3CE2C-F2B4-4727-B695-2FC5D1285249}" srcOrd="1" destOrd="0" parTransId="{A4476486-E859-4492-98ED-E6D56DEF8718}" sibTransId="{59E36257-6768-41FA-A014-8475ED5F574A}"/>
    <dgm:cxn modelId="{CE9A9FCE-C5A8-4482-86DB-62333E316221}" srcId="{0035E53E-CE51-4C9D-B7D0-C13C40EA2F3A}" destId="{89BD866B-EA0E-4DDA-9E79-7DD3E0A9B7E4}" srcOrd="2" destOrd="0" parTransId="{634F4496-9D93-44F1-BF82-90284C1FB0B7}" sibTransId="{CFAD07A2-E1E4-447C-8CAF-C0A74A761508}"/>
    <dgm:cxn modelId="{615513F1-23D9-4B9C-8421-7DD5C27C8C5A}" type="presOf" srcId="{677C586B-48FA-44F4-8041-ECE6068CB232}" destId="{B039C904-4816-4838-8652-7FF76C715AE6}" srcOrd="0" destOrd="0" presId="urn:microsoft.com/office/officeart/2005/8/layout/default"/>
    <dgm:cxn modelId="{FAA39DD5-CA0A-4B50-B827-716C52DCD40D}" type="presParOf" srcId="{D2FCD22C-FEF3-48DE-82B9-3885BCF7511C}" destId="{B039C904-4816-4838-8652-7FF76C715AE6}" srcOrd="0" destOrd="0" presId="urn:microsoft.com/office/officeart/2005/8/layout/default"/>
    <dgm:cxn modelId="{697EC690-1ADD-4EE9-9BBA-86E0931FF5FF}" type="presParOf" srcId="{D2FCD22C-FEF3-48DE-82B9-3885BCF7511C}" destId="{102B859C-8B5C-4F1E-9447-14C49DC48D5F}" srcOrd="1" destOrd="0" presId="urn:microsoft.com/office/officeart/2005/8/layout/default"/>
    <dgm:cxn modelId="{48C92059-6F22-45AD-A8A9-A4584A7FCB35}" type="presParOf" srcId="{D2FCD22C-FEF3-48DE-82B9-3885BCF7511C}" destId="{B04B8B8B-6DA5-41A4-AB5A-30832E3342ED}" srcOrd="2" destOrd="0" presId="urn:microsoft.com/office/officeart/2005/8/layout/default"/>
    <dgm:cxn modelId="{987C5EED-B538-4FA0-BE60-834624850193}" type="presParOf" srcId="{D2FCD22C-FEF3-48DE-82B9-3885BCF7511C}" destId="{8AC2101C-7CAB-4182-9177-49836069697F}" srcOrd="3" destOrd="0" presId="urn:microsoft.com/office/officeart/2005/8/layout/default"/>
    <dgm:cxn modelId="{2738411C-8751-4619-A523-6FCDD2EC3270}" type="presParOf" srcId="{D2FCD22C-FEF3-48DE-82B9-3885BCF7511C}" destId="{6F7D1468-A9EB-4E21-A510-D754ED5EC3E2}" srcOrd="4" destOrd="0" presId="urn:microsoft.com/office/officeart/2005/8/layout/default"/>
    <dgm:cxn modelId="{D6ACB33A-2E76-4DA9-A70E-E7F8C1CD6690}" type="presParOf" srcId="{D2FCD22C-FEF3-48DE-82B9-3885BCF7511C}" destId="{A8CC5EB1-B658-4FC2-AC06-07348C19F6D3}" srcOrd="5" destOrd="0" presId="urn:microsoft.com/office/officeart/2005/8/layout/default"/>
    <dgm:cxn modelId="{E7F4B872-426B-4B5D-96BC-3A2F34F76FB7}" type="presParOf" srcId="{D2FCD22C-FEF3-48DE-82B9-3885BCF7511C}" destId="{512FAE2D-454C-451B-9968-3149EEA51F2C}" srcOrd="6" destOrd="0" presId="urn:microsoft.com/office/officeart/2005/8/layout/default"/>
    <dgm:cxn modelId="{0AC05689-1393-4212-A1DE-99F549E751C3}" type="presParOf" srcId="{D2FCD22C-FEF3-48DE-82B9-3885BCF7511C}" destId="{0CB371CA-EFDE-4EAF-A29C-5BD640DFD7D2}" srcOrd="7" destOrd="0" presId="urn:microsoft.com/office/officeart/2005/8/layout/default"/>
    <dgm:cxn modelId="{055E0148-E00F-497F-8D35-2D8C5D65055A}" type="presParOf" srcId="{D2FCD22C-FEF3-48DE-82B9-3885BCF7511C}" destId="{2BADBBA6-F17E-4C16-A9ED-DD02233328A8}" srcOrd="8" destOrd="0" presId="urn:microsoft.com/office/officeart/2005/8/layout/default"/>
    <dgm:cxn modelId="{D4BEB776-152D-4084-866E-E2B73BAE43C7}" type="presParOf" srcId="{D2FCD22C-FEF3-48DE-82B9-3885BCF7511C}" destId="{3AEB994E-A58B-4A6D-9DF6-A767425F29AB}" srcOrd="9" destOrd="0" presId="urn:microsoft.com/office/officeart/2005/8/layout/default"/>
    <dgm:cxn modelId="{BE9B2BE2-674F-4170-AFBC-2C41DFA372D0}" type="presParOf" srcId="{D2FCD22C-FEF3-48DE-82B9-3885BCF7511C}" destId="{B55A67C5-9D83-4026-BEE5-D0184B2ADD6C}" srcOrd="10" destOrd="0" presId="urn:microsoft.com/office/officeart/2005/8/layout/default"/>
    <dgm:cxn modelId="{1698299A-4D56-46DB-8AF3-BC08F940A503}" type="presParOf" srcId="{D2FCD22C-FEF3-48DE-82B9-3885BCF7511C}" destId="{58244755-1951-45A9-B347-4157F7C4B974}" srcOrd="11" destOrd="0" presId="urn:microsoft.com/office/officeart/2005/8/layout/default"/>
    <dgm:cxn modelId="{0FF9E998-FE1D-472B-8A9A-BFD9DA8D90E4}" type="presParOf" srcId="{D2FCD22C-FEF3-48DE-82B9-3885BCF7511C}" destId="{B81EF026-DF03-4405-82BE-AEE9A5767DD1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269153-49FD-4AFD-9930-88A423CE37D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3AAC3E6-ECBD-4895-8D43-CCD4D2571C5D}">
      <dgm:prSet/>
      <dgm:spPr/>
      <dgm:t>
        <a:bodyPr/>
        <a:lstStyle/>
        <a:p>
          <a:pPr>
            <a:defRPr cap="all"/>
          </a:pPr>
          <a:r>
            <a:rPr lang="de-DE"/>
            <a:t>Entwicklung eines Tools zur automatisierten Analyse von Logdateien</a:t>
          </a:r>
          <a:endParaRPr lang="en-US"/>
        </a:p>
      </dgm:t>
    </dgm:pt>
    <dgm:pt modelId="{3E9A6DF5-467E-49CC-9FB3-51363F4BCDDB}" type="parTrans" cxnId="{13FD02FC-F26D-4876-AB6D-453EB085FBB5}">
      <dgm:prSet/>
      <dgm:spPr/>
      <dgm:t>
        <a:bodyPr/>
        <a:lstStyle/>
        <a:p>
          <a:endParaRPr lang="en-US"/>
        </a:p>
      </dgm:t>
    </dgm:pt>
    <dgm:pt modelId="{458D9D01-2D53-42A6-B05E-CD5D6F3261EE}" type="sibTrans" cxnId="{13FD02FC-F26D-4876-AB6D-453EB085FBB5}">
      <dgm:prSet/>
      <dgm:spPr/>
      <dgm:t>
        <a:bodyPr/>
        <a:lstStyle/>
        <a:p>
          <a:endParaRPr lang="en-US"/>
        </a:p>
      </dgm:t>
    </dgm:pt>
    <dgm:pt modelId="{40B4F4BA-11B5-4E2B-8B36-709C31C30C01}">
      <dgm:prSet/>
      <dgm:spPr/>
      <dgm:t>
        <a:bodyPr/>
        <a:lstStyle/>
        <a:p>
          <a:pPr>
            <a:defRPr cap="all"/>
          </a:pPr>
          <a:r>
            <a:rPr lang="de-DE"/>
            <a:t>Identifizierung von Fehlern, Warnungen und Auffälligkeiten</a:t>
          </a:r>
          <a:endParaRPr lang="en-US"/>
        </a:p>
      </dgm:t>
    </dgm:pt>
    <dgm:pt modelId="{91C8913A-A3FE-436C-AEE4-3F3B857ECF70}" type="parTrans" cxnId="{6484D6CF-FCFC-4215-89E2-A34170F470FF}">
      <dgm:prSet/>
      <dgm:spPr/>
      <dgm:t>
        <a:bodyPr/>
        <a:lstStyle/>
        <a:p>
          <a:endParaRPr lang="en-US"/>
        </a:p>
      </dgm:t>
    </dgm:pt>
    <dgm:pt modelId="{5958DA06-BDDC-410A-8F46-DD49F5D696C3}" type="sibTrans" cxnId="{6484D6CF-FCFC-4215-89E2-A34170F470FF}">
      <dgm:prSet/>
      <dgm:spPr/>
      <dgm:t>
        <a:bodyPr/>
        <a:lstStyle/>
        <a:p>
          <a:endParaRPr lang="en-US"/>
        </a:p>
      </dgm:t>
    </dgm:pt>
    <dgm:pt modelId="{382C118C-E2AC-4562-AAEE-96BA83C49E6E}">
      <dgm:prSet/>
      <dgm:spPr/>
      <dgm:t>
        <a:bodyPr/>
        <a:lstStyle/>
        <a:p>
          <a:pPr>
            <a:defRPr cap="all"/>
          </a:pPr>
          <a:r>
            <a:rPr lang="de-DE"/>
            <a:t>Direkte Übernahme relevanter Log‑Einträge in ein Bugtracking‑System</a:t>
          </a:r>
          <a:endParaRPr lang="en-US"/>
        </a:p>
      </dgm:t>
    </dgm:pt>
    <dgm:pt modelId="{6EF59597-536A-42ED-974B-147E215D17AE}" type="parTrans" cxnId="{48515DAC-D1F0-4CCA-88DB-3837A0CBAE49}">
      <dgm:prSet/>
      <dgm:spPr/>
      <dgm:t>
        <a:bodyPr/>
        <a:lstStyle/>
        <a:p>
          <a:endParaRPr lang="en-US"/>
        </a:p>
      </dgm:t>
    </dgm:pt>
    <dgm:pt modelId="{DFA227A6-F678-4095-A727-6C917BB3A016}" type="sibTrans" cxnId="{48515DAC-D1F0-4CCA-88DB-3837A0CBAE49}">
      <dgm:prSet/>
      <dgm:spPr/>
      <dgm:t>
        <a:bodyPr/>
        <a:lstStyle/>
        <a:p>
          <a:endParaRPr lang="en-US"/>
        </a:p>
      </dgm:t>
    </dgm:pt>
    <dgm:pt modelId="{58543FDA-F670-4B4A-AB5C-0EE0D398BBB7}">
      <dgm:prSet/>
      <dgm:spPr/>
      <dgm:t>
        <a:bodyPr/>
        <a:lstStyle/>
        <a:p>
          <a:pPr>
            <a:defRPr cap="all"/>
          </a:pPr>
          <a:r>
            <a:rPr lang="de-DE"/>
            <a:t>Desktop‑Anwendung für Entwickler und Tester</a:t>
          </a:r>
          <a:endParaRPr lang="en-US"/>
        </a:p>
      </dgm:t>
    </dgm:pt>
    <dgm:pt modelId="{19DCDB0D-67FD-4075-8A4D-8A08D8796E8F}" type="parTrans" cxnId="{30760EDC-D61A-41DD-8D83-7D9B25272332}">
      <dgm:prSet/>
      <dgm:spPr/>
      <dgm:t>
        <a:bodyPr/>
        <a:lstStyle/>
        <a:p>
          <a:endParaRPr lang="en-US"/>
        </a:p>
      </dgm:t>
    </dgm:pt>
    <dgm:pt modelId="{567822DD-DD64-4A52-B786-1CEF1654754B}" type="sibTrans" cxnId="{30760EDC-D61A-41DD-8D83-7D9B25272332}">
      <dgm:prSet/>
      <dgm:spPr/>
      <dgm:t>
        <a:bodyPr/>
        <a:lstStyle/>
        <a:p>
          <a:endParaRPr lang="en-US"/>
        </a:p>
      </dgm:t>
    </dgm:pt>
    <dgm:pt modelId="{27488002-9F24-49AF-A410-A0DEE4D56828}">
      <dgm:prSet/>
      <dgm:spPr/>
      <dgm:t>
        <a:bodyPr/>
        <a:lstStyle/>
        <a:p>
          <a:pPr>
            <a:defRPr cap="all"/>
          </a:pPr>
          <a:r>
            <a:rPr lang="de-DE"/>
            <a:t>Ziel: Beschleunigung der Fehlersuche und Optimierung der Dokumentation</a:t>
          </a:r>
          <a:endParaRPr lang="en-US"/>
        </a:p>
      </dgm:t>
    </dgm:pt>
    <dgm:pt modelId="{16C1E619-67AB-4A04-9470-7982432E9255}" type="parTrans" cxnId="{3603805C-83D6-4C30-957B-9D03D7AEB6A0}">
      <dgm:prSet/>
      <dgm:spPr/>
      <dgm:t>
        <a:bodyPr/>
        <a:lstStyle/>
        <a:p>
          <a:endParaRPr lang="en-US"/>
        </a:p>
      </dgm:t>
    </dgm:pt>
    <dgm:pt modelId="{84D17AC8-BD79-4B48-8CBE-064FC073E2EF}" type="sibTrans" cxnId="{3603805C-83D6-4C30-957B-9D03D7AEB6A0}">
      <dgm:prSet/>
      <dgm:spPr/>
      <dgm:t>
        <a:bodyPr/>
        <a:lstStyle/>
        <a:p>
          <a:endParaRPr lang="en-US"/>
        </a:p>
      </dgm:t>
    </dgm:pt>
    <dgm:pt modelId="{4CD3D5F5-0385-45FF-8EE0-43B27681D47B}" type="pres">
      <dgm:prSet presAssocID="{00269153-49FD-4AFD-9930-88A423CE37D7}" presName="root" presStyleCnt="0">
        <dgm:presLayoutVars>
          <dgm:dir/>
          <dgm:resizeHandles val="exact"/>
        </dgm:presLayoutVars>
      </dgm:prSet>
      <dgm:spPr/>
    </dgm:pt>
    <dgm:pt modelId="{6B017E7E-D15D-4E6C-BE30-FB57425B0E4C}" type="pres">
      <dgm:prSet presAssocID="{E3AAC3E6-ECBD-4895-8D43-CCD4D2571C5D}" presName="compNode" presStyleCnt="0"/>
      <dgm:spPr/>
    </dgm:pt>
    <dgm:pt modelId="{333BCC0B-2B5A-4478-B7DC-B01DEC225ABF}" type="pres">
      <dgm:prSet presAssocID="{E3AAC3E6-ECBD-4895-8D43-CCD4D2571C5D}" presName="iconBgRect" presStyleLbl="bgShp" presStyleIdx="0" presStyleCnt="5"/>
      <dgm:spPr/>
    </dgm:pt>
    <dgm:pt modelId="{7FBD618E-13DE-451F-AEF2-A92E4B495743}" type="pres">
      <dgm:prSet presAssocID="{E3AAC3E6-ECBD-4895-8D43-CCD4D2571C5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538CB76-A6F4-4779-86DF-134445C10F67}" type="pres">
      <dgm:prSet presAssocID="{E3AAC3E6-ECBD-4895-8D43-CCD4D2571C5D}" presName="spaceRect" presStyleCnt="0"/>
      <dgm:spPr/>
    </dgm:pt>
    <dgm:pt modelId="{A19110A1-FE0F-4DD9-93D6-4B5C56CAA3EA}" type="pres">
      <dgm:prSet presAssocID="{E3AAC3E6-ECBD-4895-8D43-CCD4D2571C5D}" presName="textRect" presStyleLbl="revTx" presStyleIdx="0" presStyleCnt="5">
        <dgm:presLayoutVars>
          <dgm:chMax val="1"/>
          <dgm:chPref val="1"/>
        </dgm:presLayoutVars>
      </dgm:prSet>
      <dgm:spPr/>
    </dgm:pt>
    <dgm:pt modelId="{7319F409-2603-4DC6-B349-09392B340F27}" type="pres">
      <dgm:prSet presAssocID="{458D9D01-2D53-42A6-B05E-CD5D6F3261EE}" presName="sibTrans" presStyleCnt="0"/>
      <dgm:spPr/>
    </dgm:pt>
    <dgm:pt modelId="{04545778-7FE8-4271-887F-894AAB146525}" type="pres">
      <dgm:prSet presAssocID="{40B4F4BA-11B5-4E2B-8B36-709C31C30C01}" presName="compNode" presStyleCnt="0"/>
      <dgm:spPr/>
    </dgm:pt>
    <dgm:pt modelId="{D2F73C09-2000-4FA8-A9FA-1984A58F3341}" type="pres">
      <dgm:prSet presAssocID="{40B4F4BA-11B5-4E2B-8B36-709C31C30C01}" presName="iconBgRect" presStyleLbl="bgShp" presStyleIdx="1" presStyleCnt="5"/>
      <dgm:spPr/>
    </dgm:pt>
    <dgm:pt modelId="{34A3FF0B-ED9C-4D9F-872D-2DD0F3F902C8}" type="pres">
      <dgm:prSet presAssocID="{40B4F4BA-11B5-4E2B-8B36-709C31C30C0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ung"/>
        </a:ext>
      </dgm:extLst>
    </dgm:pt>
    <dgm:pt modelId="{FD14432F-6E84-4C06-85C7-B91C31D5615B}" type="pres">
      <dgm:prSet presAssocID="{40B4F4BA-11B5-4E2B-8B36-709C31C30C01}" presName="spaceRect" presStyleCnt="0"/>
      <dgm:spPr/>
    </dgm:pt>
    <dgm:pt modelId="{AF85201B-8BBA-44FF-9E24-1C516E3881BD}" type="pres">
      <dgm:prSet presAssocID="{40B4F4BA-11B5-4E2B-8B36-709C31C30C01}" presName="textRect" presStyleLbl="revTx" presStyleIdx="1" presStyleCnt="5">
        <dgm:presLayoutVars>
          <dgm:chMax val="1"/>
          <dgm:chPref val="1"/>
        </dgm:presLayoutVars>
      </dgm:prSet>
      <dgm:spPr/>
    </dgm:pt>
    <dgm:pt modelId="{D4B1E3D3-690F-4754-B406-59515A52E96D}" type="pres">
      <dgm:prSet presAssocID="{5958DA06-BDDC-410A-8F46-DD49F5D696C3}" presName="sibTrans" presStyleCnt="0"/>
      <dgm:spPr/>
    </dgm:pt>
    <dgm:pt modelId="{AF43EBA1-1197-4B09-8BFF-CBCE4855BF1B}" type="pres">
      <dgm:prSet presAssocID="{382C118C-E2AC-4562-AAEE-96BA83C49E6E}" presName="compNode" presStyleCnt="0"/>
      <dgm:spPr/>
    </dgm:pt>
    <dgm:pt modelId="{E7587D31-C394-4D12-A2B4-0ED4835F70BC}" type="pres">
      <dgm:prSet presAssocID="{382C118C-E2AC-4562-AAEE-96BA83C49E6E}" presName="iconBgRect" presStyleLbl="bgShp" presStyleIdx="2" presStyleCnt="5"/>
      <dgm:spPr/>
    </dgm:pt>
    <dgm:pt modelId="{E738BCC8-A43C-4023-821F-7391A4AB36EF}" type="pres">
      <dgm:prSet presAssocID="{382C118C-E2AC-4562-AAEE-96BA83C49E6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trennt"/>
        </a:ext>
      </dgm:extLst>
    </dgm:pt>
    <dgm:pt modelId="{4F94D466-4785-45A2-8C23-DF7CBFBAD076}" type="pres">
      <dgm:prSet presAssocID="{382C118C-E2AC-4562-AAEE-96BA83C49E6E}" presName="spaceRect" presStyleCnt="0"/>
      <dgm:spPr/>
    </dgm:pt>
    <dgm:pt modelId="{9BD6954D-A359-49FD-9B0A-7D9D7CBB4EE3}" type="pres">
      <dgm:prSet presAssocID="{382C118C-E2AC-4562-AAEE-96BA83C49E6E}" presName="textRect" presStyleLbl="revTx" presStyleIdx="2" presStyleCnt="5">
        <dgm:presLayoutVars>
          <dgm:chMax val="1"/>
          <dgm:chPref val="1"/>
        </dgm:presLayoutVars>
      </dgm:prSet>
      <dgm:spPr/>
    </dgm:pt>
    <dgm:pt modelId="{FB3E2E81-7638-4421-A048-7C76B40D2A03}" type="pres">
      <dgm:prSet presAssocID="{DFA227A6-F678-4095-A727-6C917BB3A016}" presName="sibTrans" presStyleCnt="0"/>
      <dgm:spPr/>
    </dgm:pt>
    <dgm:pt modelId="{79243AB1-9E49-4501-8642-3E99DF45BCB2}" type="pres">
      <dgm:prSet presAssocID="{58543FDA-F670-4B4A-AB5C-0EE0D398BBB7}" presName="compNode" presStyleCnt="0"/>
      <dgm:spPr/>
    </dgm:pt>
    <dgm:pt modelId="{1F8CE314-EC2C-405F-91EA-E5449B430804}" type="pres">
      <dgm:prSet presAssocID="{58543FDA-F670-4B4A-AB5C-0EE0D398BBB7}" presName="iconBgRect" presStyleLbl="bgShp" presStyleIdx="3" presStyleCnt="5"/>
      <dgm:spPr/>
    </dgm:pt>
    <dgm:pt modelId="{2E272420-2CC7-4C6C-9F7B-FBDA3E43535A}" type="pres">
      <dgm:prSet presAssocID="{58543FDA-F670-4B4A-AB5C-0EE0D398BBB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FE75888-14E9-4B14-9DCE-53F3C2AC6553}" type="pres">
      <dgm:prSet presAssocID="{58543FDA-F670-4B4A-AB5C-0EE0D398BBB7}" presName="spaceRect" presStyleCnt="0"/>
      <dgm:spPr/>
    </dgm:pt>
    <dgm:pt modelId="{87D0FD77-156B-4964-9D11-F9EA8B23BE0C}" type="pres">
      <dgm:prSet presAssocID="{58543FDA-F670-4B4A-AB5C-0EE0D398BBB7}" presName="textRect" presStyleLbl="revTx" presStyleIdx="3" presStyleCnt="5">
        <dgm:presLayoutVars>
          <dgm:chMax val="1"/>
          <dgm:chPref val="1"/>
        </dgm:presLayoutVars>
      </dgm:prSet>
      <dgm:spPr/>
    </dgm:pt>
    <dgm:pt modelId="{9EB1EEDF-CC6F-48A1-A1E1-565110F1157D}" type="pres">
      <dgm:prSet presAssocID="{567822DD-DD64-4A52-B786-1CEF1654754B}" presName="sibTrans" presStyleCnt="0"/>
      <dgm:spPr/>
    </dgm:pt>
    <dgm:pt modelId="{AA930D7C-2D23-4916-9C9C-272AD6E7AD12}" type="pres">
      <dgm:prSet presAssocID="{27488002-9F24-49AF-A410-A0DEE4D56828}" presName="compNode" presStyleCnt="0"/>
      <dgm:spPr/>
    </dgm:pt>
    <dgm:pt modelId="{6CE03746-86CB-421C-93B2-75D71B4951DF}" type="pres">
      <dgm:prSet presAssocID="{27488002-9F24-49AF-A410-A0DEE4D56828}" presName="iconBgRect" presStyleLbl="bgShp" presStyleIdx="4" presStyleCnt="5"/>
      <dgm:spPr/>
    </dgm:pt>
    <dgm:pt modelId="{5A4D11DA-A760-427B-BAF1-DC2E68336467}" type="pres">
      <dgm:prSet presAssocID="{27488002-9F24-49AF-A410-A0DEE4D5682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316F0CBE-E1F4-4DED-BDC3-F9CF0B608428}" type="pres">
      <dgm:prSet presAssocID="{27488002-9F24-49AF-A410-A0DEE4D56828}" presName="spaceRect" presStyleCnt="0"/>
      <dgm:spPr/>
    </dgm:pt>
    <dgm:pt modelId="{C8147AAA-93D6-4422-8759-4A6CC61D9655}" type="pres">
      <dgm:prSet presAssocID="{27488002-9F24-49AF-A410-A0DEE4D5682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9D7F85B-466B-4F32-9ADE-ACBE69C63591}" type="presOf" srcId="{40B4F4BA-11B5-4E2B-8B36-709C31C30C01}" destId="{AF85201B-8BBA-44FF-9E24-1C516E3881BD}" srcOrd="0" destOrd="0" presId="urn:microsoft.com/office/officeart/2018/5/layout/IconCircleLabelList"/>
    <dgm:cxn modelId="{3603805C-83D6-4C30-957B-9D03D7AEB6A0}" srcId="{00269153-49FD-4AFD-9930-88A423CE37D7}" destId="{27488002-9F24-49AF-A410-A0DEE4D56828}" srcOrd="4" destOrd="0" parTransId="{16C1E619-67AB-4A04-9470-7982432E9255}" sibTransId="{84D17AC8-BD79-4B48-8CBE-064FC073E2EF}"/>
    <dgm:cxn modelId="{46D1C55C-6F40-4675-91FC-EED7C080299E}" type="presOf" srcId="{382C118C-E2AC-4562-AAEE-96BA83C49E6E}" destId="{9BD6954D-A359-49FD-9B0A-7D9D7CBB4EE3}" srcOrd="0" destOrd="0" presId="urn:microsoft.com/office/officeart/2018/5/layout/IconCircleLabelList"/>
    <dgm:cxn modelId="{16818947-AC7D-4E1D-A0BF-A4F7E18CD01C}" type="presOf" srcId="{E3AAC3E6-ECBD-4895-8D43-CCD4D2571C5D}" destId="{A19110A1-FE0F-4DD9-93D6-4B5C56CAA3EA}" srcOrd="0" destOrd="0" presId="urn:microsoft.com/office/officeart/2018/5/layout/IconCircleLabelList"/>
    <dgm:cxn modelId="{48515DAC-D1F0-4CCA-88DB-3837A0CBAE49}" srcId="{00269153-49FD-4AFD-9930-88A423CE37D7}" destId="{382C118C-E2AC-4562-AAEE-96BA83C49E6E}" srcOrd="2" destOrd="0" parTransId="{6EF59597-536A-42ED-974B-147E215D17AE}" sibTransId="{DFA227A6-F678-4095-A727-6C917BB3A016}"/>
    <dgm:cxn modelId="{AB3880C6-8F2D-4FB7-99E4-E3B75A17FD0A}" type="presOf" srcId="{58543FDA-F670-4B4A-AB5C-0EE0D398BBB7}" destId="{87D0FD77-156B-4964-9D11-F9EA8B23BE0C}" srcOrd="0" destOrd="0" presId="urn:microsoft.com/office/officeart/2018/5/layout/IconCircleLabelList"/>
    <dgm:cxn modelId="{6484D6CF-FCFC-4215-89E2-A34170F470FF}" srcId="{00269153-49FD-4AFD-9930-88A423CE37D7}" destId="{40B4F4BA-11B5-4E2B-8B36-709C31C30C01}" srcOrd="1" destOrd="0" parTransId="{91C8913A-A3FE-436C-AEE4-3F3B857ECF70}" sibTransId="{5958DA06-BDDC-410A-8F46-DD49F5D696C3}"/>
    <dgm:cxn modelId="{65FBF4DA-EF9A-4447-9528-6375ED38CEDB}" type="presOf" srcId="{00269153-49FD-4AFD-9930-88A423CE37D7}" destId="{4CD3D5F5-0385-45FF-8EE0-43B27681D47B}" srcOrd="0" destOrd="0" presId="urn:microsoft.com/office/officeart/2018/5/layout/IconCircleLabelList"/>
    <dgm:cxn modelId="{30760EDC-D61A-41DD-8D83-7D9B25272332}" srcId="{00269153-49FD-4AFD-9930-88A423CE37D7}" destId="{58543FDA-F670-4B4A-AB5C-0EE0D398BBB7}" srcOrd="3" destOrd="0" parTransId="{19DCDB0D-67FD-4075-8A4D-8A08D8796E8F}" sibTransId="{567822DD-DD64-4A52-B786-1CEF1654754B}"/>
    <dgm:cxn modelId="{A08442E0-1913-4EC0-AA39-0DE0384271EB}" type="presOf" srcId="{27488002-9F24-49AF-A410-A0DEE4D56828}" destId="{C8147AAA-93D6-4422-8759-4A6CC61D9655}" srcOrd="0" destOrd="0" presId="urn:microsoft.com/office/officeart/2018/5/layout/IconCircleLabelList"/>
    <dgm:cxn modelId="{13FD02FC-F26D-4876-AB6D-453EB085FBB5}" srcId="{00269153-49FD-4AFD-9930-88A423CE37D7}" destId="{E3AAC3E6-ECBD-4895-8D43-CCD4D2571C5D}" srcOrd="0" destOrd="0" parTransId="{3E9A6DF5-467E-49CC-9FB3-51363F4BCDDB}" sibTransId="{458D9D01-2D53-42A6-B05E-CD5D6F3261EE}"/>
    <dgm:cxn modelId="{5FC93D50-15C7-432A-B436-CC6CFEE78E4D}" type="presParOf" srcId="{4CD3D5F5-0385-45FF-8EE0-43B27681D47B}" destId="{6B017E7E-D15D-4E6C-BE30-FB57425B0E4C}" srcOrd="0" destOrd="0" presId="urn:microsoft.com/office/officeart/2018/5/layout/IconCircleLabelList"/>
    <dgm:cxn modelId="{37DF4E45-748A-4E25-87B3-A2BC0C81ABB0}" type="presParOf" srcId="{6B017E7E-D15D-4E6C-BE30-FB57425B0E4C}" destId="{333BCC0B-2B5A-4478-B7DC-B01DEC225ABF}" srcOrd="0" destOrd="0" presId="urn:microsoft.com/office/officeart/2018/5/layout/IconCircleLabelList"/>
    <dgm:cxn modelId="{9892DAA1-408E-48D5-B381-BF3095F19A1B}" type="presParOf" srcId="{6B017E7E-D15D-4E6C-BE30-FB57425B0E4C}" destId="{7FBD618E-13DE-451F-AEF2-A92E4B495743}" srcOrd="1" destOrd="0" presId="urn:microsoft.com/office/officeart/2018/5/layout/IconCircleLabelList"/>
    <dgm:cxn modelId="{779B11FD-3D61-4E5A-96D3-A756F7508A34}" type="presParOf" srcId="{6B017E7E-D15D-4E6C-BE30-FB57425B0E4C}" destId="{3538CB76-A6F4-4779-86DF-134445C10F67}" srcOrd="2" destOrd="0" presId="urn:microsoft.com/office/officeart/2018/5/layout/IconCircleLabelList"/>
    <dgm:cxn modelId="{9529C5DC-EB9A-4E59-87D7-3A8524AA0C5B}" type="presParOf" srcId="{6B017E7E-D15D-4E6C-BE30-FB57425B0E4C}" destId="{A19110A1-FE0F-4DD9-93D6-4B5C56CAA3EA}" srcOrd="3" destOrd="0" presId="urn:microsoft.com/office/officeart/2018/5/layout/IconCircleLabelList"/>
    <dgm:cxn modelId="{BF7F8D4C-B85A-446C-8B30-7F646A934A3C}" type="presParOf" srcId="{4CD3D5F5-0385-45FF-8EE0-43B27681D47B}" destId="{7319F409-2603-4DC6-B349-09392B340F27}" srcOrd="1" destOrd="0" presId="urn:microsoft.com/office/officeart/2018/5/layout/IconCircleLabelList"/>
    <dgm:cxn modelId="{952D290A-7F76-4FD0-B246-ACE12B8973D7}" type="presParOf" srcId="{4CD3D5F5-0385-45FF-8EE0-43B27681D47B}" destId="{04545778-7FE8-4271-887F-894AAB146525}" srcOrd="2" destOrd="0" presId="urn:microsoft.com/office/officeart/2018/5/layout/IconCircleLabelList"/>
    <dgm:cxn modelId="{1F1314BE-B80B-4755-A0A8-AF498752E216}" type="presParOf" srcId="{04545778-7FE8-4271-887F-894AAB146525}" destId="{D2F73C09-2000-4FA8-A9FA-1984A58F3341}" srcOrd="0" destOrd="0" presId="urn:microsoft.com/office/officeart/2018/5/layout/IconCircleLabelList"/>
    <dgm:cxn modelId="{16CD52A0-A256-4A01-BB70-076189EAC8B8}" type="presParOf" srcId="{04545778-7FE8-4271-887F-894AAB146525}" destId="{34A3FF0B-ED9C-4D9F-872D-2DD0F3F902C8}" srcOrd="1" destOrd="0" presId="urn:microsoft.com/office/officeart/2018/5/layout/IconCircleLabelList"/>
    <dgm:cxn modelId="{CDA104B3-C4A6-4C29-94FE-E470185F83AE}" type="presParOf" srcId="{04545778-7FE8-4271-887F-894AAB146525}" destId="{FD14432F-6E84-4C06-85C7-B91C31D5615B}" srcOrd="2" destOrd="0" presId="urn:microsoft.com/office/officeart/2018/5/layout/IconCircleLabelList"/>
    <dgm:cxn modelId="{723B85A6-85E9-4068-B252-4A27D4F4EB5A}" type="presParOf" srcId="{04545778-7FE8-4271-887F-894AAB146525}" destId="{AF85201B-8BBA-44FF-9E24-1C516E3881BD}" srcOrd="3" destOrd="0" presId="urn:microsoft.com/office/officeart/2018/5/layout/IconCircleLabelList"/>
    <dgm:cxn modelId="{0C49EF6E-1E1A-40BB-8644-D81B3D27D318}" type="presParOf" srcId="{4CD3D5F5-0385-45FF-8EE0-43B27681D47B}" destId="{D4B1E3D3-690F-4754-B406-59515A52E96D}" srcOrd="3" destOrd="0" presId="urn:microsoft.com/office/officeart/2018/5/layout/IconCircleLabelList"/>
    <dgm:cxn modelId="{0DD3E8DD-2A26-4034-88A1-C14590469C53}" type="presParOf" srcId="{4CD3D5F5-0385-45FF-8EE0-43B27681D47B}" destId="{AF43EBA1-1197-4B09-8BFF-CBCE4855BF1B}" srcOrd="4" destOrd="0" presId="urn:microsoft.com/office/officeart/2018/5/layout/IconCircleLabelList"/>
    <dgm:cxn modelId="{220F352E-D7B2-4282-A0BE-0C8DAC6AE2E0}" type="presParOf" srcId="{AF43EBA1-1197-4B09-8BFF-CBCE4855BF1B}" destId="{E7587D31-C394-4D12-A2B4-0ED4835F70BC}" srcOrd="0" destOrd="0" presId="urn:microsoft.com/office/officeart/2018/5/layout/IconCircleLabelList"/>
    <dgm:cxn modelId="{75DADA47-7C11-4CC3-BB7E-EAD39C154903}" type="presParOf" srcId="{AF43EBA1-1197-4B09-8BFF-CBCE4855BF1B}" destId="{E738BCC8-A43C-4023-821F-7391A4AB36EF}" srcOrd="1" destOrd="0" presId="urn:microsoft.com/office/officeart/2018/5/layout/IconCircleLabelList"/>
    <dgm:cxn modelId="{8B152D57-3855-4615-AD7F-49389F9ABAB3}" type="presParOf" srcId="{AF43EBA1-1197-4B09-8BFF-CBCE4855BF1B}" destId="{4F94D466-4785-45A2-8C23-DF7CBFBAD076}" srcOrd="2" destOrd="0" presId="urn:microsoft.com/office/officeart/2018/5/layout/IconCircleLabelList"/>
    <dgm:cxn modelId="{091388ED-27FA-4BD8-BEBD-78398CA4A067}" type="presParOf" srcId="{AF43EBA1-1197-4B09-8BFF-CBCE4855BF1B}" destId="{9BD6954D-A359-49FD-9B0A-7D9D7CBB4EE3}" srcOrd="3" destOrd="0" presId="urn:microsoft.com/office/officeart/2018/5/layout/IconCircleLabelList"/>
    <dgm:cxn modelId="{5A34BF91-F600-4338-85BA-B6E9AD79D9B0}" type="presParOf" srcId="{4CD3D5F5-0385-45FF-8EE0-43B27681D47B}" destId="{FB3E2E81-7638-4421-A048-7C76B40D2A03}" srcOrd="5" destOrd="0" presId="urn:microsoft.com/office/officeart/2018/5/layout/IconCircleLabelList"/>
    <dgm:cxn modelId="{B43214D4-40DE-4498-8D5F-FE2D894D8B6E}" type="presParOf" srcId="{4CD3D5F5-0385-45FF-8EE0-43B27681D47B}" destId="{79243AB1-9E49-4501-8642-3E99DF45BCB2}" srcOrd="6" destOrd="0" presId="urn:microsoft.com/office/officeart/2018/5/layout/IconCircleLabelList"/>
    <dgm:cxn modelId="{6CDF5921-00F8-43CF-8067-A7B55601649A}" type="presParOf" srcId="{79243AB1-9E49-4501-8642-3E99DF45BCB2}" destId="{1F8CE314-EC2C-405F-91EA-E5449B430804}" srcOrd="0" destOrd="0" presId="urn:microsoft.com/office/officeart/2018/5/layout/IconCircleLabelList"/>
    <dgm:cxn modelId="{121A3775-713B-484C-8995-182A83D3FB6E}" type="presParOf" srcId="{79243AB1-9E49-4501-8642-3E99DF45BCB2}" destId="{2E272420-2CC7-4C6C-9F7B-FBDA3E43535A}" srcOrd="1" destOrd="0" presId="urn:microsoft.com/office/officeart/2018/5/layout/IconCircleLabelList"/>
    <dgm:cxn modelId="{BC9A0241-EF6D-45A0-B8F6-9F08430B39CD}" type="presParOf" srcId="{79243AB1-9E49-4501-8642-3E99DF45BCB2}" destId="{9FE75888-14E9-4B14-9DCE-53F3C2AC6553}" srcOrd="2" destOrd="0" presId="urn:microsoft.com/office/officeart/2018/5/layout/IconCircleLabelList"/>
    <dgm:cxn modelId="{F969877E-63E2-41C0-9642-94A917740182}" type="presParOf" srcId="{79243AB1-9E49-4501-8642-3E99DF45BCB2}" destId="{87D0FD77-156B-4964-9D11-F9EA8B23BE0C}" srcOrd="3" destOrd="0" presId="urn:microsoft.com/office/officeart/2018/5/layout/IconCircleLabelList"/>
    <dgm:cxn modelId="{607615B3-119F-4F93-B082-1BBB59AC3223}" type="presParOf" srcId="{4CD3D5F5-0385-45FF-8EE0-43B27681D47B}" destId="{9EB1EEDF-CC6F-48A1-A1E1-565110F1157D}" srcOrd="7" destOrd="0" presId="urn:microsoft.com/office/officeart/2018/5/layout/IconCircleLabelList"/>
    <dgm:cxn modelId="{98E489ED-B37D-472E-A46D-766A000FE852}" type="presParOf" srcId="{4CD3D5F5-0385-45FF-8EE0-43B27681D47B}" destId="{AA930D7C-2D23-4916-9C9C-272AD6E7AD12}" srcOrd="8" destOrd="0" presId="urn:microsoft.com/office/officeart/2018/5/layout/IconCircleLabelList"/>
    <dgm:cxn modelId="{5CEDC20F-A037-4817-85C1-D79DFD76792C}" type="presParOf" srcId="{AA930D7C-2D23-4916-9C9C-272AD6E7AD12}" destId="{6CE03746-86CB-421C-93B2-75D71B4951DF}" srcOrd="0" destOrd="0" presId="urn:microsoft.com/office/officeart/2018/5/layout/IconCircleLabelList"/>
    <dgm:cxn modelId="{E2B7B721-BCED-4922-AA48-7D0E67F0503A}" type="presParOf" srcId="{AA930D7C-2D23-4916-9C9C-272AD6E7AD12}" destId="{5A4D11DA-A760-427B-BAF1-DC2E68336467}" srcOrd="1" destOrd="0" presId="urn:microsoft.com/office/officeart/2018/5/layout/IconCircleLabelList"/>
    <dgm:cxn modelId="{53FF514C-575D-46CC-A0BB-B18C33E09C46}" type="presParOf" srcId="{AA930D7C-2D23-4916-9C9C-272AD6E7AD12}" destId="{316F0CBE-E1F4-4DED-BDC3-F9CF0B608428}" srcOrd="2" destOrd="0" presId="urn:microsoft.com/office/officeart/2018/5/layout/IconCircleLabelList"/>
    <dgm:cxn modelId="{4AB8A601-2285-48BE-91C8-DD8589866840}" type="presParOf" srcId="{AA930D7C-2D23-4916-9C9C-272AD6E7AD12}" destId="{C8147AAA-93D6-4422-8759-4A6CC61D965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F8BD76-F7CD-43C2-93EF-3C5336B5E95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08D71C4-C1AD-4E49-B980-6BFC12F5A569}">
      <dgm:prSet/>
      <dgm:spPr/>
      <dgm:t>
        <a:bodyPr/>
        <a:lstStyle/>
        <a:p>
          <a:pPr>
            <a:defRPr cap="all"/>
          </a:pPr>
          <a:r>
            <a:rPr lang="de-DE"/>
            <a:t>Automatisierte Analyse großer Logdateien zur schnelleren Fehleridentifikation</a:t>
          </a:r>
          <a:endParaRPr lang="en-US"/>
        </a:p>
      </dgm:t>
    </dgm:pt>
    <dgm:pt modelId="{D4EA30C8-51F0-49AE-A5A8-AB33A24F56D2}" type="parTrans" cxnId="{5AB42E52-8BF5-4E87-A703-EED357055A07}">
      <dgm:prSet/>
      <dgm:spPr/>
      <dgm:t>
        <a:bodyPr/>
        <a:lstStyle/>
        <a:p>
          <a:endParaRPr lang="en-US"/>
        </a:p>
      </dgm:t>
    </dgm:pt>
    <dgm:pt modelId="{19241FEB-0D67-4841-AA19-E7B8ED5FF2B4}" type="sibTrans" cxnId="{5AB42E52-8BF5-4E87-A703-EED357055A07}">
      <dgm:prSet/>
      <dgm:spPr/>
      <dgm:t>
        <a:bodyPr/>
        <a:lstStyle/>
        <a:p>
          <a:endParaRPr lang="en-US"/>
        </a:p>
      </dgm:t>
    </dgm:pt>
    <dgm:pt modelId="{D0C7380D-953D-4F4C-A857-32296380D797}">
      <dgm:prSet/>
      <dgm:spPr/>
      <dgm:t>
        <a:bodyPr/>
        <a:lstStyle/>
        <a:p>
          <a:pPr>
            <a:defRPr cap="all"/>
          </a:pPr>
          <a:r>
            <a:rPr lang="de-DE"/>
            <a:t>Reduzierung manueller Arbeitsschritte in der Qualitäts­sicherung</a:t>
          </a:r>
          <a:endParaRPr lang="en-US"/>
        </a:p>
      </dgm:t>
    </dgm:pt>
    <dgm:pt modelId="{3D258B2D-1D83-4449-94DF-356E7ABEC4B4}" type="parTrans" cxnId="{0D892D0F-D86D-4F88-AADB-909B583BCE08}">
      <dgm:prSet/>
      <dgm:spPr/>
      <dgm:t>
        <a:bodyPr/>
        <a:lstStyle/>
        <a:p>
          <a:endParaRPr lang="en-US"/>
        </a:p>
      </dgm:t>
    </dgm:pt>
    <dgm:pt modelId="{C438FB3A-BB4C-4CB4-AEB5-4CBBD7761EF0}" type="sibTrans" cxnId="{0D892D0F-D86D-4F88-AADB-909B583BCE08}">
      <dgm:prSet/>
      <dgm:spPr/>
      <dgm:t>
        <a:bodyPr/>
        <a:lstStyle/>
        <a:p>
          <a:endParaRPr lang="en-US"/>
        </a:p>
      </dgm:t>
    </dgm:pt>
    <dgm:pt modelId="{47A8E8A1-F083-4D23-B1F5-17CAA1CA498E}">
      <dgm:prSet/>
      <dgm:spPr/>
      <dgm:t>
        <a:bodyPr/>
        <a:lstStyle/>
        <a:p>
          <a:pPr>
            <a:defRPr cap="all"/>
          </a:pPr>
          <a:r>
            <a:rPr lang="de-DE"/>
            <a:t>Strukturierte Dokumentation von Fehlern durch direkte Bug‑Erstellung</a:t>
          </a:r>
          <a:endParaRPr lang="en-US"/>
        </a:p>
      </dgm:t>
    </dgm:pt>
    <dgm:pt modelId="{FEA76978-4646-4D73-ADB6-E34C37B2E16B}" type="parTrans" cxnId="{444C5101-0DBD-48A0-9376-E495EEDC0CE6}">
      <dgm:prSet/>
      <dgm:spPr/>
      <dgm:t>
        <a:bodyPr/>
        <a:lstStyle/>
        <a:p>
          <a:endParaRPr lang="en-US"/>
        </a:p>
      </dgm:t>
    </dgm:pt>
    <dgm:pt modelId="{7F2CEA27-EF48-42A1-9912-2673EAB8514C}" type="sibTrans" cxnId="{444C5101-0DBD-48A0-9376-E495EEDC0CE6}">
      <dgm:prSet/>
      <dgm:spPr/>
      <dgm:t>
        <a:bodyPr/>
        <a:lstStyle/>
        <a:p>
          <a:endParaRPr lang="en-US"/>
        </a:p>
      </dgm:t>
    </dgm:pt>
    <dgm:pt modelId="{B63719C7-580E-4F25-BC91-30813FEDCB8E}">
      <dgm:prSet/>
      <dgm:spPr/>
      <dgm:t>
        <a:bodyPr/>
        <a:lstStyle/>
        <a:p>
          <a:pPr>
            <a:defRPr cap="all"/>
          </a:pPr>
          <a:r>
            <a:rPr lang="de-DE"/>
            <a:t>Zentrale Verwaltung aller Bugs inklusive Status, Priorität und Zuständigkeit</a:t>
          </a:r>
          <a:endParaRPr lang="en-US"/>
        </a:p>
      </dgm:t>
    </dgm:pt>
    <dgm:pt modelId="{3B7E1972-948E-46E2-BBB1-20CF5802A8D7}" type="parTrans" cxnId="{1E04E706-6B10-4749-8F2F-601FAF5E0AA8}">
      <dgm:prSet/>
      <dgm:spPr/>
      <dgm:t>
        <a:bodyPr/>
        <a:lstStyle/>
        <a:p>
          <a:endParaRPr lang="en-US"/>
        </a:p>
      </dgm:t>
    </dgm:pt>
    <dgm:pt modelId="{BAF6BD07-124C-487D-815A-68A030CAF293}" type="sibTrans" cxnId="{1E04E706-6B10-4749-8F2F-601FAF5E0AA8}">
      <dgm:prSet/>
      <dgm:spPr/>
      <dgm:t>
        <a:bodyPr/>
        <a:lstStyle/>
        <a:p>
          <a:endParaRPr lang="en-US"/>
        </a:p>
      </dgm:t>
    </dgm:pt>
    <dgm:pt modelId="{742214C2-71A9-4901-BD9A-36EEE0E08BCC}">
      <dgm:prSet/>
      <dgm:spPr/>
      <dgm:t>
        <a:bodyPr/>
        <a:lstStyle/>
        <a:p>
          <a:pPr>
            <a:defRPr cap="all"/>
          </a:pPr>
          <a:r>
            <a:rPr lang="de-DE"/>
            <a:t>Verbesserung der Transparenz zwischen Entwicklung &amp; Test</a:t>
          </a:r>
          <a:endParaRPr lang="en-US"/>
        </a:p>
      </dgm:t>
    </dgm:pt>
    <dgm:pt modelId="{A2CF362C-B11F-4B09-A07A-F630222CED56}" type="parTrans" cxnId="{500466FC-7D15-429D-A1B5-695905AC3F0E}">
      <dgm:prSet/>
      <dgm:spPr/>
      <dgm:t>
        <a:bodyPr/>
        <a:lstStyle/>
        <a:p>
          <a:endParaRPr lang="en-US"/>
        </a:p>
      </dgm:t>
    </dgm:pt>
    <dgm:pt modelId="{66DB3F4B-E463-43D4-9BA1-9F3B6C1F2D1F}" type="sibTrans" cxnId="{500466FC-7D15-429D-A1B5-695905AC3F0E}">
      <dgm:prSet/>
      <dgm:spPr/>
      <dgm:t>
        <a:bodyPr/>
        <a:lstStyle/>
        <a:p>
          <a:endParaRPr lang="en-US"/>
        </a:p>
      </dgm:t>
    </dgm:pt>
    <dgm:pt modelId="{A4233693-59A0-4271-986D-6AC73355C551}" type="pres">
      <dgm:prSet presAssocID="{52F8BD76-F7CD-43C2-93EF-3C5336B5E954}" presName="root" presStyleCnt="0">
        <dgm:presLayoutVars>
          <dgm:dir/>
          <dgm:resizeHandles val="exact"/>
        </dgm:presLayoutVars>
      </dgm:prSet>
      <dgm:spPr/>
    </dgm:pt>
    <dgm:pt modelId="{6F3F4F8D-4F58-4DF2-8F48-7CD48DBCC364}" type="pres">
      <dgm:prSet presAssocID="{C08D71C4-C1AD-4E49-B980-6BFC12F5A569}" presName="compNode" presStyleCnt="0"/>
      <dgm:spPr/>
    </dgm:pt>
    <dgm:pt modelId="{57844D88-AEAC-453D-9F1E-32C86044F0C8}" type="pres">
      <dgm:prSet presAssocID="{C08D71C4-C1AD-4E49-B980-6BFC12F5A569}" presName="iconBgRect" presStyleLbl="bgShp" presStyleIdx="0" presStyleCnt="5"/>
      <dgm:spPr/>
    </dgm:pt>
    <dgm:pt modelId="{B18122F0-3FA7-4CD0-B62C-AB3A9E665D2B}" type="pres">
      <dgm:prSet presAssocID="{C08D71C4-C1AD-4E49-B980-6BFC12F5A56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FC8C02D-9A92-4231-823A-D8C8CF8877BC}" type="pres">
      <dgm:prSet presAssocID="{C08D71C4-C1AD-4E49-B980-6BFC12F5A569}" presName="spaceRect" presStyleCnt="0"/>
      <dgm:spPr/>
    </dgm:pt>
    <dgm:pt modelId="{7B33AE75-1F25-46B2-9FB0-791036706D8C}" type="pres">
      <dgm:prSet presAssocID="{C08D71C4-C1AD-4E49-B980-6BFC12F5A569}" presName="textRect" presStyleLbl="revTx" presStyleIdx="0" presStyleCnt="5">
        <dgm:presLayoutVars>
          <dgm:chMax val="1"/>
          <dgm:chPref val="1"/>
        </dgm:presLayoutVars>
      </dgm:prSet>
      <dgm:spPr/>
    </dgm:pt>
    <dgm:pt modelId="{EE178389-0A6B-4CF3-953B-D6B972704CA5}" type="pres">
      <dgm:prSet presAssocID="{19241FEB-0D67-4841-AA19-E7B8ED5FF2B4}" presName="sibTrans" presStyleCnt="0"/>
      <dgm:spPr/>
    </dgm:pt>
    <dgm:pt modelId="{03C6CE4C-F553-460C-A9DE-74491789A9F9}" type="pres">
      <dgm:prSet presAssocID="{D0C7380D-953D-4F4C-A857-32296380D797}" presName="compNode" presStyleCnt="0"/>
      <dgm:spPr/>
    </dgm:pt>
    <dgm:pt modelId="{22A814B3-357B-4A56-83CB-17951AE6CF7E}" type="pres">
      <dgm:prSet presAssocID="{D0C7380D-953D-4F4C-A857-32296380D797}" presName="iconBgRect" presStyleLbl="bgShp" presStyleIdx="1" presStyleCnt="5"/>
      <dgm:spPr/>
    </dgm:pt>
    <dgm:pt modelId="{27075FA9-AC64-4B23-9960-931EC4178173}" type="pres">
      <dgm:prSet presAssocID="{D0C7380D-953D-4F4C-A857-32296380D79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ssgerät"/>
        </a:ext>
      </dgm:extLst>
    </dgm:pt>
    <dgm:pt modelId="{04660785-3E07-443A-BFD5-69E4429F93FE}" type="pres">
      <dgm:prSet presAssocID="{D0C7380D-953D-4F4C-A857-32296380D797}" presName="spaceRect" presStyleCnt="0"/>
      <dgm:spPr/>
    </dgm:pt>
    <dgm:pt modelId="{E1B139C0-C1D7-49BE-A1E0-F5D8290E1E34}" type="pres">
      <dgm:prSet presAssocID="{D0C7380D-953D-4F4C-A857-32296380D797}" presName="textRect" presStyleLbl="revTx" presStyleIdx="1" presStyleCnt="5">
        <dgm:presLayoutVars>
          <dgm:chMax val="1"/>
          <dgm:chPref val="1"/>
        </dgm:presLayoutVars>
      </dgm:prSet>
      <dgm:spPr/>
    </dgm:pt>
    <dgm:pt modelId="{2078B2F5-D616-4922-B21F-B83EF38753E9}" type="pres">
      <dgm:prSet presAssocID="{C438FB3A-BB4C-4CB4-AEB5-4CBBD7761EF0}" presName="sibTrans" presStyleCnt="0"/>
      <dgm:spPr/>
    </dgm:pt>
    <dgm:pt modelId="{B45F7B90-8151-41E7-B58B-E9949EEBBB2E}" type="pres">
      <dgm:prSet presAssocID="{47A8E8A1-F083-4D23-B1F5-17CAA1CA498E}" presName="compNode" presStyleCnt="0"/>
      <dgm:spPr/>
    </dgm:pt>
    <dgm:pt modelId="{DBDF67A5-21E2-49BD-935D-1084743EFEB0}" type="pres">
      <dgm:prSet presAssocID="{47A8E8A1-F083-4D23-B1F5-17CAA1CA498E}" presName="iconBgRect" presStyleLbl="bgShp" presStyleIdx="2" presStyleCnt="5"/>
      <dgm:spPr/>
    </dgm:pt>
    <dgm:pt modelId="{C600A001-C2F9-4F9F-A680-3C8DB4FC0C33}" type="pres">
      <dgm:prSet presAssocID="{47A8E8A1-F083-4D23-B1F5-17CAA1CA498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kroskop"/>
        </a:ext>
      </dgm:extLst>
    </dgm:pt>
    <dgm:pt modelId="{CAA6EAF8-755F-481C-8AC6-397C35187ECA}" type="pres">
      <dgm:prSet presAssocID="{47A8E8A1-F083-4D23-B1F5-17CAA1CA498E}" presName="spaceRect" presStyleCnt="0"/>
      <dgm:spPr/>
    </dgm:pt>
    <dgm:pt modelId="{77C5723F-9E87-4125-8166-0C66025D6B33}" type="pres">
      <dgm:prSet presAssocID="{47A8E8A1-F083-4D23-B1F5-17CAA1CA498E}" presName="textRect" presStyleLbl="revTx" presStyleIdx="2" presStyleCnt="5">
        <dgm:presLayoutVars>
          <dgm:chMax val="1"/>
          <dgm:chPref val="1"/>
        </dgm:presLayoutVars>
      </dgm:prSet>
      <dgm:spPr/>
    </dgm:pt>
    <dgm:pt modelId="{912C767E-7195-4F56-B348-804650138221}" type="pres">
      <dgm:prSet presAssocID="{7F2CEA27-EF48-42A1-9912-2673EAB8514C}" presName="sibTrans" presStyleCnt="0"/>
      <dgm:spPr/>
    </dgm:pt>
    <dgm:pt modelId="{CC937EE4-3A9D-4569-9C7D-AAA9524CFFA1}" type="pres">
      <dgm:prSet presAssocID="{B63719C7-580E-4F25-BC91-30813FEDCB8E}" presName="compNode" presStyleCnt="0"/>
      <dgm:spPr/>
    </dgm:pt>
    <dgm:pt modelId="{CD961C48-9C03-4A54-B8A8-E5F5DD601867}" type="pres">
      <dgm:prSet presAssocID="{B63719C7-580E-4F25-BC91-30813FEDCB8E}" presName="iconBgRect" presStyleLbl="bgShp" presStyleIdx="3" presStyleCnt="5"/>
      <dgm:spPr/>
    </dgm:pt>
    <dgm:pt modelId="{A760AAC2-5047-4AF1-B018-7DFA6D34F26D}" type="pres">
      <dgm:prSet presAssocID="{B63719C7-580E-4F25-BC91-30813FEDCB8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e"/>
        </a:ext>
      </dgm:extLst>
    </dgm:pt>
    <dgm:pt modelId="{E855E783-57AE-404E-A9AB-2D652BE0363F}" type="pres">
      <dgm:prSet presAssocID="{B63719C7-580E-4F25-BC91-30813FEDCB8E}" presName="spaceRect" presStyleCnt="0"/>
      <dgm:spPr/>
    </dgm:pt>
    <dgm:pt modelId="{FDF4D4BD-9BA9-4141-A3EC-70E7588DF8BD}" type="pres">
      <dgm:prSet presAssocID="{B63719C7-580E-4F25-BC91-30813FEDCB8E}" presName="textRect" presStyleLbl="revTx" presStyleIdx="3" presStyleCnt="5">
        <dgm:presLayoutVars>
          <dgm:chMax val="1"/>
          <dgm:chPref val="1"/>
        </dgm:presLayoutVars>
      </dgm:prSet>
      <dgm:spPr/>
    </dgm:pt>
    <dgm:pt modelId="{543043F8-80EB-407B-A242-E6D921431F19}" type="pres">
      <dgm:prSet presAssocID="{BAF6BD07-124C-487D-815A-68A030CAF293}" presName="sibTrans" presStyleCnt="0"/>
      <dgm:spPr/>
    </dgm:pt>
    <dgm:pt modelId="{AFB5952C-D9DF-49BB-BE1B-F6A1C82D202A}" type="pres">
      <dgm:prSet presAssocID="{742214C2-71A9-4901-BD9A-36EEE0E08BCC}" presName="compNode" presStyleCnt="0"/>
      <dgm:spPr/>
    </dgm:pt>
    <dgm:pt modelId="{FD740C76-BCAE-4436-95BC-BAD60ECA1290}" type="pres">
      <dgm:prSet presAssocID="{742214C2-71A9-4901-BD9A-36EEE0E08BCC}" presName="iconBgRect" presStyleLbl="bgShp" presStyleIdx="4" presStyleCnt="5"/>
      <dgm:spPr/>
    </dgm:pt>
    <dgm:pt modelId="{BB8B0708-B0D7-48A8-AFCE-4AC5FB6DB4DC}" type="pres">
      <dgm:prSet presAssocID="{742214C2-71A9-4901-BD9A-36EEE0E08BC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1D42336D-A1F5-4E7F-BA41-A4FE1B4C671B}" type="pres">
      <dgm:prSet presAssocID="{742214C2-71A9-4901-BD9A-36EEE0E08BCC}" presName="spaceRect" presStyleCnt="0"/>
      <dgm:spPr/>
    </dgm:pt>
    <dgm:pt modelId="{53B5DB57-3BE7-4BFF-8D3D-35D58E9A651E}" type="pres">
      <dgm:prSet presAssocID="{742214C2-71A9-4901-BD9A-36EEE0E08BC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44C5101-0DBD-48A0-9376-E495EEDC0CE6}" srcId="{52F8BD76-F7CD-43C2-93EF-3C5336B5E954}" destId="{47A8E8A1-F083-4D23-B1F5-17CAA1CA498E}" srcOrd="2" destOrd="0" parTransId="{FEA76978-4646-4D73-ADB6-E34C37B2E16B}" sibTransId="{7F2CEA27-EF48-42A1-9912-2673EAB8514C}"/>
    <dgm:cxn modelId="{FB8E5F03-AE89-4513-93EE-D263ED3E8704}" type="presOf" srcId="{D0C7380D-953D-4F4C-A857-32296380D797}" destId="{E1B139C0-C1D7-49BE-A1E0-F5D8290E1E34}" srcOrd="0" destOrd="0" presId="urn:microsoft.com/office/officeart/2018/5/layout/IconCircleLabelList"/>
    <dgm:cxn modelId="{1E04E706-6B10-4749-8F2F-601FAF5E0AA8}" srcId="{52F8BD76-F7CD-43C2-93EF-3C5336B5E954}" destId="{B63719C7-580E-4F25-BC91-30813FEDCB8E}" srcOrd="3" destOrd="0" parTransId="{3B7E1972-948E-46E2-BBB1-20CF5802A8D7}" sibTransId="{BAF6BD07-124C-487D-815A-68A030CAF293}"/>
    <dgm:cxn modelId="{0D892D0F-D86D-4F88-AADB-909B583BCE08}" srcId="{52F8BD76-F7CD-43C2-93EF-3C5336B5E954}" destId="{D0C7380D-953D-4F4C-A857-32296380D797}" srcOrd="1" destOrd="0" parTransId="{3D258B2D-1D83-4449-94DF-356E7ABEC4B4}" sibTransId="{C438FB3A-BB4C-4CB4-AEB5-4CBBD7761EF0}"/>
    <dgm:cxn modelId="{8E7FD121-837F-4B79-AB4A-4947B0F67284}" type="presOf" srcId="{C08D71C4-C1AD-4E49-B980-6BFC12F5A569}" destId="{7B33AE75-1F25-46B2-9FB0-791036706D8C}" srcOrd="0" destOrd="0" presId="urn:microsoft.com/office/officeart/2018/5/layout/IconCircleLabelList"/>
    <dgm:cxn modelId="{13C92F44-0317-4E0F-B6D9-22B36C7CFB1B}" type="presOf" srcId="{742214C2-71A9-4901-BD9A-36EEE0E08BCC}" destId="{53B5DB57-3BE7-4BFF-8D3D-35D58E9A651E}" srcOrd="0" destOrd="0" presId="urn:microsoft.com/office/officeart/2018/5/layout/IconCircleLabelList"/>
    <dgm:cxn modelId="{78824B4C-5A74-47FA-8215-708387496040}" type="presOf" srcId="{B63719C7-580E-4F25-BC91-30813FEDCB8E}" destId="{FDF4D4BD-9BA9-4141-A3EC-70E7588DF8BD}" srcOrd="0" destOrd="0" presId="urn:microsoft.com/office/officeart/2018/5/layout/IconCircleLabelList"/>
    <dgm:cxn modelId="{E0AEB24F-6411-4309-9505-71CE35B896F9}" type="presOf" srcId="{52F8BD76-F7CD-43C2-93EF-3C5336B5E954}" destId="{A4233693-59A0-4271-986D-6AC73355C551}" srcOrd="0" destOrd="0" presId="urn:microsoft.com/office/officeart/2018/5/layout/IconCircleLabelList"/>
    <dgm:cxn modelId="{5AB42E52-8BF5-4E87-A703-EED357055A07}" srcId="{52F8BD76-F7CD-43C2-93EF-3C5336B5E954}" destId="{C08D71C4-C1AD-4E49-B980-6BFC12F5A569}" srcOrd="0" destOrd="0" parTransId="{D4EA30C8-51F0-49AE-A5A8-AB33A24F56D2}" sibTransId="{19241FEB-0D67-4841-AA19-E7B8ED5FF2B4}"/>
    <dgm:cxn modelId="{500466FC-7D15-429D-A1B5-695905AC3F0E}" srcId="{52F8BD76-F7CD-43C2-93EF-3C5336B5E954}" destId="{742214C2-71A9-4901-BD9A-36EEE0E08BCC}" srcOrd="4" destOrd="0" parTransId="{A2CF362C-B11F-4B09-A07A-F630222CED56}" sibTransId="{66DB3F4B-E463-43D4-9BA1-9F3B6C1F2D1F}"/>
    <dgm:cxn modelId="{66F55CFD-DCE4-4C51-8D75-3B88D663EA1B}" type="presOf" srcId="{47A8E8A1-F083-4D23-B1F5-17CAA1CA498E}" destId="{77C5723F-9E87-4125-8166-0C66025D6B33}" srcOrd="0" destOrd="0" presId="urn:microsoft.com/office/officeart/2018/5/layout/IconCircleLabelList"/>
    <dgm:cxn modelId="{61B50AA3-AB2B-459B-A3DA-3CDAFF433D9C}" type="presParOf" srcId="{A4233693-59A0-4271-986D-6AC73355C551}" destId="{6F3F4F8D-4F58-4DF2-8F48-7CD48DBCC364}" srcOrd="0" destOrd="0" presId="urn:microsoft.com/office/officeart/2018/5/layout/IconCircleLabelList"/>
    <dgm:cxn modelId="{6124F5FA-5D0C-4C85-A35B-49BA8E046F0E}" type="presParOf" srcId="{6F3F4F8D-4F58-4DF2-8F48-7CD48DBCC364}" destId="{57844D88-AEAC-453D-9F1E-32C86044F0C8}" srcOrd="0" destOrd="0" presId="urn:microsoft.com/office/officeart/2018/5/layout/IconCircleLabelList"/>
    <dgm:cxn modelId="{52F5AF90-208F-4A78-8DFD-F50D78DD2240}" type="presParOf" srcId="{6F3F4F8D-4F58-4DF2-8F48-7CD48DBCC364}" destId="{B18122F0-3FA7-4CD0-B62C-AB3A9E665D2B}" srcOrd="1" destOrd="0" presId="urn:microsoft.com/office/officeart/2018/5/layout/IconCircleLabelList"/>
    <dgm:cxn modelId="{1070BF91-CEC9-4C59-A6B9-A190C711E725}" type="presParOf" srcId="{6F3F4F8D-4F58-4DF2-8F48-7CD48DBCC364}" destId="{EFC8C02D-9A92-4231-823A-D8C8CF8877BC}" srcOrd="2" destOrd="0" presId="urn:microsoft.com/office/officeart/2018/5/layout/IconCircleLabelList"/>
    <dgm:cxn modelId="{17C9FC88-00DE-4E36-96C2-10C2B2990FB4}" type="presParOf" srcId="{6F3F4F8D-4F58-4DF2-8F48-7CD48DBCC364}" destId="{7B33AE75-1F25-46B2-9FB0-791036706D8C}" srcOrd="3" destOrd="0" presId="urn:microsoft.com/office/officeart/2018/5/layout/IconCircleLabelList"/>
    <dgm:cxn modelId="{7BA07285-B5BB-4742-9B2D-2172B2F5CE61}" type="presParOf" srcId="{A4233693-59A0-4271-986D-6AC73355C551}" destId="{EE178389-0A6B-4CF3-953B-D6B972704CA5}" srcOrd="1" destOrd="0" presId="urn:microsoft.com/office/officeart/2018/5/layout/IconCircleLabelList"/>
    <dgm:cxn modelId="{F7AFC82F-3C54-4746-955D-8CB76F890830}" type="presParOf" srcId="{A4233693-59A0-4271-986D-6AC73355C551}" destId="{03C6CE4C-F553-460C-A9DE-74491789A9F9}" srcOrd="2" destOrd="0" presId="urn:microsoft.com/office/officeart/2018/5/layout/IconCircleLabelList"/>
    <dgm:cxn modelId="{1C7C1EDF-A602-4CFF-88A4-5B28CB791730}" type="presParOf" srcId="{03C6CE4C-F553-460C-A9DE-74491789A9F9}" destId="{22A814B3-357B-4A56-83CB-17951AE6CF7E}" srcOrd="0" destOrd="0" presId="urn:microsoft.com/office/officeart/2018/5/layout/IconCircleLabelList"/>
    <dgm:cxn modelId="{531BED4A-27E2-43EE-B48E-C48B4BC59579}" type="presParOf" srcId="{03C6CE4C-F553-460C-A9DE-74491789A9F9}" destId="{27075FA9-AC64-4B23-9960-931EC4178173}" srcOrd="1" destOrd="0" presId="urn:microsoft.com/office/officeart/2018/5/layout/IconCircleLabelList"/>
    <dgm:cxn modelId="{E04D6619-B7E3-408F-8600-439A216DAC66}" type="presParOf" srcId="{03C6CE4C-F553-460C-A9DE-74491789A9F9}" destId="{04660785-3E07-443A-BFD5-69E4429F93FE}" srcOrd="2" destOrd="0" presId="urn:microsoft.com/office/officeart/2018/5/layout/IconCircleLabelList"/>
    <dgm:cxn modelId="{44CDF77D-C742-4F42-B0C7-DFC7E1770122}" type="presParOf" srcId="{03C6CE4C-F553-460C-A9DE-74491789A9F9}" destId="{E1B139C0-C1D7-49BE-A1E0-F5D8290E1E34}" srcOrd="3" destOrd="0" presId="urn:microsoft.com/office/officeart/2018/5/layout/IconCircleLabelList"/>
    <dgm:cxn modelId="{3425A4B5-63F0-48AC-9E64-77DBF1E53EBB}" type="presParOf" srcId="{A4233693-59A0-4271-986D-6AC73355C551}" destId="{2078B2F5-D616-4922-B21F-B83EF38753E9}" srcOrd="3" destOrd="0" presId="urn:microsoft.com/office/officeart/2018/5/layout/IconCircleLabelList"/>
    <dgm:cxn modelId="{E68789CF-D985-4AF1-8968-EE9143AC097E}" type="presParOf" srcId="{A4233693-59A0-4271-986D-6AC73355C551}" destId="{B45F7B90-8151-41E7-B58B-E9949EEBBB2E}" srcOrd="4" destOrd="0" presId="urn:microsoft.com/office/officeart/2018/5/layout/IconCircleLabelList"/>
    <dgm:cxn modelId="{07FB8617-D14D-436C-986C-0343B34A7ADF}" type="presParOf" srcId="{B45F7B90-8151-41E7-B58B-E9949EEBBB2E}" destId="{DBDF67A5-21E2-49BD-935D-1084743EFEB0}" srcOrd="0" destOrd="0" presId="urn:microsoft.com/office/officeart/2018/5/layout/IconCircleLabelList"/>
    <dgm:cxn modelId="{C5D24E3E-AE0E-47F8-95BC-7042549B4F0E}" type="presParOf" srcId="{B45F7B90-8151-41E7-B58B-E9949EEBBB2E}" destId="{C600A001-C2F9-4F9F-A680-3C8DB4FC0C33}" srcOrd="1" destOrd="0" presId="urn:microsoft.com/office/officeart/2018/5/layout/IconCircleLabelList"/>
    <dgm:cxn modelId="{77522CB1-03B3-4C74-BBEC-3093D26CE33A}" type="presParOf" srcId="{B45F7B90-8151-41E7-B58B-E9949EEBBB2E}" destId="{CAA6EAF8-755F-481C-8AC6-397C35187ECA}" srcOrd="2" destOrd="0" presId="urn:microsoft.com/office/officeart/2018/5/layout/IconCircleLabelList"/>
    <dgm:cxn modelId="{057DF479-1062-4589-A273-F7952EA6C01C}" type="presParOf" srcId="{B45F7B90-8151-41E7-B58B-E9949EEBBB2E}" destId="{77C5723F-9E87-4125-8166-0C66025D6B33}" srcOrd="3" destOrd="0" presId="urn:microsoft.com/office/officeart/2018/5/layout/IconCircleLabelList"/>
    <dgm:cxn modelId="{1134DADA-820E-4116-BC62-4CA92730FBBF}" type="presParOf" srcId="{A4233693-59A0-4271-986D-6AC73355C551}" destId="{912C767E-7195-4F56-B348-804650138221}" srcOrd="5" destOrd="0" presId="urn:microsoft.com/office/officeart/2018/5/layout/IconCircleLabelList"/>
    <dgm:cxn modelId="{DA1887E8-3082-4938-AE39-6A631A0839E5}" type="presParOf" srcId="{A4233693-59A0-4271-986D-6AC73355C551}" destId="{CC937EE4-3A9D-4569-9C7D-AAA9524CFFA1}" srcOrd="6" destOrd="0" presId="urn:microsoft.com/office/officeart/2018/5/layout/IconCircleLabelList"/>
    <dgm:cxn modelId="{1DDA741C-970C-4BE9-91C8-5E6D4332D64F}" type="presParOf" srcId="{CC937EE4-3A9D-4569-9C7D-AAA9524CFFA1}" destId="{CD961C48-9C03-4A54-B8A8-E5F5DD601867}" srcOrd="0" destOrd="0" presId="urn:microsoft.com/office/officeart/2018/5/layout/IconCircleLabelList"/>
    <dgm:cxn modelId="{4AEA75EF-0C86-4983-AAEF-DD7AA288097F}" type="presParOf" srcId="{CC937EE4-3A9D-4569-9C7D-AAA9524CFFA1}" destId="{A760AAC2-5047-4AF1-B018-7DFA6D34F26D}" srcOrd="1" destOrd="0" presId="urn:microsoft.com/office/officeart/2018/5/layout/IconCircleLabelList"/>
    <dgm:cxn modelId="{79593ACB-29B2-447B-B377-2D2A60B6D1EB}" type="presParOf" srcId="{CC937EE4-3A9D-4569-9C7D-AAA9524CFFA1}" destId="{E855E783-57AE-404E-A9AB-2D652BE0363F}" srcOrd="2" destOrd="0" presId="urn:microsoft.com/office/officeart/2018/5/layout/IconCircleLabelList"/>
    <dgm:cxn modelId="{5C44F196-4E50-46EE-9387-89D28232B7EA}" type="presParOf" srcId="{CC937EE4-3A9D-4569-9C7D-AAA9524CFFA1}" destId="{FDF4D4BD-9BA9-4141-A3EC-70E7588DF8BD}" srcOrd="3" destOrd="0" presId="urn:microsoft.com/office/officeart/2018/5/layout/IconCircleLabelList"/>
    <dgm:cxn modelId="{A3CF0342-337D-40BA-A008-E31529512874}" type="presParOf" srcId="{A4233693-59A0-4271-986D-6AC73355C551}" destId="{543043F8-80EB-407B-A242-E6D921431F19}" srcOrd="7" destOrd="0" presId="urn:microsoft.com/office/officeart/2018/5/layout/IconCircleLabelList"/>
    <dgm:cxn modelId="{8A531249-6118-4E9D-A687-F81B69032DF6}" type="presParOf" srcId="{A4233693-59A0-4271-986D-6AC73355C551}" destId="{AFB5952C-D9DF-49BB-BE1B-F6A1C82D202A}" srcOrd="8" destOrd="0" presId="urn:microsoft.com/office/officeart/2018/5/layout/IconCircleLabelList"/>
    <dgm:cxn modelId="{3DD8E348-8F30-4EDD-B668-B3B54AEEB53E}" type="presParOf" srcId="{AFB5952C-D9DF-49BB-BE1B-F6A1C82D202A}" destId="{FD740C76-BCAE-4436-95BC-BAD60ECA1290}" srcOrd="0" destOrd="0" presId="urn:microsoft.com/office/officeart/2018/5/layout/IconCircleLabelList"/>
    <dgm:cxn modelId="{3F2A0C17-340A-4003-B98B-1BBDBF424C25}" type="presParOf" srcId="{AFB5952C-D9DF-49BB-BE1B-F6A1C82D202A}" destId="{BB8B0708-B0D7-48A8-AFCE-4AC5FB6DB4DC}" srcOrd="1" destOrd="0" presId="urn:microsoft.com/office/officeart/2018/5/layout/IconCircleLabelList"/>
    <dgm:cxn modelId="{9B95C5BB-FDEA-4438-B0F7-64904049DB8C}" type="presParOf" srcId="{AFB5952C-D9DF-49BB-BE1B-F6A1C82D202A}" destId="{1D42336D-A1F5-4E7F-BA41-A4FE1B4C671B}" srcOrd="2" destOrd="0" presId="urn:microsoft.com/office/officeart/2018/5/layout/IconCircleLabelList"/>
    <dgm:cxn modelId="{145BC456-1595-43AF-A32A-57017C3CC927}" type="presParOf" srcId="{AFB5952C-D9DF-49BB-BE1B-F6A1C82D202A}" destId="{53B5DB57-3BE7-4BFF-8D3D-35D58E9A651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36548A-39ED-493F-88D9-699F7B456EA9}" type="doc">
      <dgm:prSet loTypeId="urn:microsoft.com/office/officeart/2005/8/layout/list1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5D9D04E-FD69-47B2-AC87-7FB8CF0BFD07}">
      <dgm:prSet/>
      <dgm:spPr/>
      <dgm:t>
        <a:bodyPr/>
        <a:lstStyle/>
        <a:p>
          <a:r>
            <a:rPr lang="de-DE"/>
            <a:t>Logdateien einlesen: Unterstützung für .log und .txt</a:t>
          </a:r>
          <a:endParaRPr lang="en-US"/>
        </a:p>
      </dgm:t>
    </dgm:pt>
    <dgm:pt modelId="{894BA907-3ECD-41CA-868E-9B2376F5477D}" type="parTrans" cxnId="{09A1B361-DD06-464E-BDB5-E4843E69B46E}">
      <dgm:prSet/>
      <dgm:spPr/>
      <dgm:t>
        <a:bodyPr/>
        <a:lstStyle/>
        <a:p>
          <a:endParaRPr lang="en-US"/>
        </a:p>
      </dgm:t>
    </dgm:pt>
    <dgm:pt modelId="{2C77D6EE-A8F6-442E-B8E4-B11FB6A3C70F}" type="sibTrans" cxnId="{09A1B361-DD06-464E-BDB5-E4843E69B46E}">
      <dgm:prSet/>
      <dgm:spPr/>
      <dgm:t>
        <a:bodyPr/>
        <a:lstStyle/>
        <a:p>
          <a:endParaRPr lang="en-US"/>
        </a:p>
      </dgm:t>
    </dgm:pt>
    <dgm:pt modelId="{0B29FD56-759F-4E5C-84F0-7560EE6686C9}">
      <dgm:prSet/>
      <dgm:spPr/>
      <dgm:t>
        <a:bodyPr/>
        <a:lstStyle/>
        <a:p>
          <a:r>
            <a:rPr lang="de-DE"/>
            <a:t>Filterfunktionen: Datum, Severity, Quelle</a:t>
          </a:r>
          <a:endParaRPr lang="en-US"/>
        </a:p>
      </dgm:t>
    </dgm:pt>
    <dgm:pt modelId="{A9795B44-75CA-4B5D-BE32-829BBDDDE18C}" type="parTrans" cxnId="{26C35B27-9E6F-4280-B652-0094E1A21467}">
      <dgm:prSet/>
      <dgm:spPr/>
      <dgm:t>
        <a:bodyPr/>
        <a:lstStyle/>
        <a:p>
          <a:endParaRPr lang="en-US"/>
        </a:p>
      </dgm:t>
    </dgm:pt>
    <dgm:pt modelId="{3BBDA84E-2894-4BBA-BF0D-98F8249A7845}" type="sibTrans" cxnId="{26C35B27-9E6F-4280-B652-0094E1A21467}">
      <dgm:prSet/>
      <dgm:spPr/>
      <dgm:t>
        <a:bodyPr/>
        <a:lstStyle/>
        <a:p>
          <a:endParaRPr lang="en-US"/>
        </a:p>
      </dgm:t>
    </dgm:pt>
    <dgm:pt modelId="{FC81D647-DE0C-4384-8800-1FC27E5418C5}">
      <dgm:prSet/>
      <dgm:spPr/>
      <dgm:t>
        <a:bodyPr/>
        <a:lstStyle/>
        <a:p>
          <a:r>
            <a:rPr lang="de-DE"/>
            <a:t>Statistische Auswertung: Anzahl von Fehlern, Warnungen und Infos</a:t>
          </a:r>
          <a:endParaRPr lang="en-US"/>
        </a:p>
      </dgm:t>
    </dgm:pt>
    <dgm:pt modelId="{EB0633F3-137B-4E54-B8BB-AE67E0F89E23}" type="parTrans" cxnId="{0083F231-BE7A-47E1-8E44-CDC5E6B97FCC}">
      <dgm:prSet/>
      <dgm:spPr/>
      <dgm:t>
        <a:bodyPr/>
        <a:lstStyle/>
        <a:p>
          <a:endParaRPr lang="en-US"/>
        </a:p>
      </dgm:t>
    </dgm:pt>
    <dgm:pt modelId="{566AA75C-0417-47F0-BD20-420BE1C5A20F}" type="sibTrans" cxnId="{0083F231-BE7A-47E1-8E44-CDC5E6B97FCC}">
      <dgm:prSet/>
      <dgm:spPr/>
      <dgm:t>
        <a:bodyPr/>
        <a:lstStyle/>
        <a:p>
          <a:endParaRPr lang="en-US"/>
        </a:p>
      </dgm:t>
    </dgm:pt>
    <dgm:pt modelId="{45D75A41-FC81-44B5-B162-1ECD622105AE}">
      <dgm:prSet/>
      <dgm:spPr/>
      <dgm:t>
        <a:bodyPr/>
        <a:lstStyle/>
        <a:p>
          <a:r>
            <a:rPr lang="de-DE"/>
            <a:t>Exportfunktionen: CSV‑ und PDF‑ExportTicketsystem:</a:t>
          </a:r>
          <a:endParaRPr lang="en-US"/>
        </a:p>
      </dgm:t>
    </dgm:pt>
    <dgm:pt modelId="{9EAFCE0B-A3D8-4399-A0D9-71A681A4B715}" type="parTrans" cxnId="{C9B07D19-7440-48BF-9A00-651CF1D56CD4}">
      <dgm:prSet/>
      <dgm:spPr/>
      <dgm:t>
        <a:bodyPr/>
        <a:lstStyle/>
        <a:p>
          <a:endParaRPr lang="en-US"/>
        </a:p>
      </dgm:t>
    </dgm:pt>
    <dgm:pt modelId="{13910597-30A8-4782-9337-43B56EF60AD1}" type="sibTrans" cxnId="{C9B07D19-7440-48BF-9A00-651CF1D56CD4}">
      <dgm:prSet/>
      <dgm:spPr/>
      <dgm:t>
        <a:bodyPr/>
        <a:lstStyle/>
        <a:p>
          <a:endParaRPr lang="en-US"/>
        </a:p>
      </dgm:t>
    </dgm:pt>
    <dgm:pt modelId="{EFBF3A23-A32D-42EB-A7A8-0EA15609A83A}">
      <dgm:prSet/>
      <dgm:spPr/>
      <dgm:t>
        <a:bodyPr/>
        <a:lstStyle/>
        <a:p>
          <a:r>
            <a:rPr lang="de-DE"/>
            <a:t>Bugs anlegen (Titel, Beschreibung, Status, Priorität)</a:t>
          </a:r>
          <a:endParaRPr lang="en-US"/>
        </a:p>
      </dgm:t>
    </dgm:pt>
    <dgm:pt modelId="{C329CDD6-8772-4A39-A48C-5EE41B85E7C3}" type="parTrans" cxnId="{3BF088B5-68F5-45A5-974D-6B81F735FBFC}">
      <dgm:prSet/>
      <dgm:spPr/>
      <dgm:t>
        <a:bodyPr/>
        <a:lstStyle/>
        <a:p>
          <a:endParaRPr lang="en-US"/>
        </a:p>
      </dgm:t>
    </dgm:pt>
    <dgm:pt modelId="{47EF3A5B-E873-4F35-A44A-FE8EAC94B239}" type="sibTrans" cxnId="{3BF088B5-68F5-45A5-974D-6B81F735FBFC}">
      <dgm:prSet/>
      <dgm:spPr/>
      <dgm:t>
        <a:bodyPr/>
        <a:lstStyle/>
        <a:p>
          <a:endParaRPr lang="en-US"/>
        </a:p>
      </dgm:t>
    </dgm:pt>
    <dgm:pt modelId="{E849E20F-9140-4F03-8812-396BCF64FB9D}">
      <dgm:prSet/>
      <dgm:spPr/>
      <dgm:t>
        <a:bodyPr/>
        <a:lstStyle/>
        <a:p>
          <a:r>
            <a:rPr lang="de-DE"/>
            <a:t>Zuweisung an Entwickler</a:t>
          </a:r>
          <a:endParaRPr lang="en-US"/>
        </a:p>
      </dgm:t>
    </dgm:pt>
    <dgm:pt modelId="{D3999EDF-7EBF-4D0C-B430-76443A6D5BAD}" type="parTrans" cxnId="{D5638372-6977-499A-8F45-981FBFB35803}">
      <dgm:prSet/>
      <dgm:spPr/>
      <dgm:t>
        <a:bodyPr/>
        <a:lstStyle/>
        <a:p>
          <a:endParaRPr lang="en-US"/>
        </a:p>
      </dgm:t>
    </dgm:pt>
    <dgm:pt modelId="{75A473DB-9DC0-4A58-BD3A-91130C6A5C61}" type="sibTrans" cxnId="{D5638372-6977-499A-8F45-981FBFB35803}">
      <dgm:prSet/>
      <dgm:spPr/>
      <dgm:t>
        <a:bodyPr/>
        <a:lstStyle/>
        <a:p>
          <a:endParaRPr lang="en-US"/>
        </a:p>
      </dgm:t>
    </dgm:pt>
    <dgm:pt modelId="{D1EA2BC0-9965-4731-ACF8-EFCDE9A03BDD}">
      <dgm:prSet/>
      <dgm:spPr/>
      <dgm:t>
        <a:bodyPr/>
        <a:lstStyle/>
        <a:p>
          <a:r>
            <a:rPr lang="de-DE"/>
            <a:t>Suche &amp; Filterung von Tickets</a:t>
          </a:r>
          <a:endParaRPr lang="en-US"/>
        </a:p>
      </dgm:t>
    </dgm:pt>
    <dgm:pt modelId="{CCDCDE60-BECF-4A4F-9C83-1A06C802D2FE}" type="parTrans" cxnId="{3300A157-3396-444D-BBF4-F53D36CFE165}">
      <dgm:prSet/>
      <dgm:spPr/>
      <dgm:t>
        <a:bodyPr/>
        <a:lstStyle/>
        <a:p>
          <a:endParaRPr lang="en-US"/>
        </a:p>
      </dgm:t>
    </dgm:pt>
    <dgm:pt modelId="{AF0E293C-77D5-4FCF-9C8D-EB2BF20A839A}" type="sibTrans" cxnId="{3300A157-3396-444D-BBF4-F53D36CFE165}">
      <dgm:prSet/>
      <dgm:spPr/>
      <dgm:t>
        <a:bodyPr/>
        <a:lstStyle/>
        <a:p>
          <a:endParaRPr lang="en-US"/>
        </a:p>
      </dgm:t>
    </dgm:pt>
    <dgm:pt modelId="{628B033A-76A4-481D-8AA4-CF9AF0A6DC71}">
      <dgm:prSet/>
      <dgm:spPr/>
      <dgm:t>
        <a:bodyPr/>
        <a:lstStyle/>
        <a:p>
          <a:r>
            <a:rPr lang="de-DE"/>
            <a:t>Benutzerverwaltung: Rollen Admin, Entwickler, Tester</a:t>
          </a:r>
          <a:endParaRPr lang="en-US"/>
        </a:p>
      </dgm:t>
    </dgm:pt>
    <dgm:pt modelId="{EA55CDB6-5D8D-4D61-961D-0CE6F739FF34}" type="parTrans" cxnId="{A6CCC25C-A3FA-46E5-98CF-D958AD8DBA38}">
      <dgm:prSet/>
      <dgm:spPr/>
      <dgm:t>
        <a:bodyPr/>
        <a:lstStyle/>
        <a:p>
          <a:endParaRPr lang="en-US"/>
        </a:p>
      </dgm:t>
    </dgm:pt>
    <dgm:pt modelId="{56BE1FD7-270C-448D-9734-D6FEF1E9A838}" type="sibTrans" cxnId="{A6CCC25C-A3FA-46E5-98CF-D958AD8DBA38}">
      <dgm:prSet/>
      <dgm:spPr/>
      <dgm:t>
        <a:bodyPr/>
        <a:lstStyle/>
        <a:p>
          <a:endParaRPr lang="en-US"/>
        </a:p>
      </dgm:t>
    </dgm:pt>
    <dgm:pt modelId="{F5B8816E-726B-432A-B5B0-75DA87231CAD}" type="pres">
      <dgm:prSet presAssocID="{B336548A-39ED-493F-88D9-699F7B456EA9}" presName="linear" presStyleCnt="0">
        <dgm:presLayoutVars>
          <dgm:dir/>
          <dgm:animLvl val="lvl"/>
          <dgm:resizeHandles val="exact"/>
        </dgm:presLayoutVars>
      </dgm:prSet>
      <dgm:spPr/>
    </dgm:pt>
    <dgm:pt modelId="{17BC9EE7-6A8B-4910-AF48-5E7FE3A27E77}" type="pres">
      <dgm:prSet presAssocID="{D5D9D04E-FD69-47B2-AC87-7FB8CF0BFD07}" presName="parentLin" presStyleCnt="0"/>
      <dgm:spPr/>
    </dgm:pt>
    <dgm:pt modelId="{66CE8413-1D95-494B-BA80-71719B995AF8}" type="pres">
      <dgm:prSet presAssocID="{D5D9D04E-FD69-47B2-AC87-7FB8CF0BFD07}" presName="parentLeftMargin" presStyleLbl="node1" presStyleIdx="0" presStyleCnt="5"/>
      <dgm:spPr/>
    </dgm:pt>
    <dgm:pt modelId="{543262D6-8FD7-4138-9FAF-62F01F212FA2}" type="pres">
      <dgm:prSet presAssocID="{D5D9D04E-FD69-47B2-AC87-7FB8CF0BFD0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649E931-557B-4A4A-9AD8-2C2C3E777BE3}" type="pres">
      <dgm:prSet presAssocID="{D5D9D04E-FD69-47B2-AC87-7FB8CF0BFD07}" presName="negativeSpace" presStyleCnt="0"/>
      <dgm:spPr/>
    </dgm:pt>
    <dgm:pt modelId="{F0CBB2DE-91F0-449B-9FA4-62F5AFB81132}" type="pres">
      <dgm:prSet presAssocID="{D5D9D04E-FD69-47B2-AC87-7FB8CF0BFD07}" presName="childText" presStyleLbl="conFgAcc1" presStyleIdx="0" presStyleCnt="5">
        <dgm:presLayoutVars>
          <dgm:bulletEnabled val="1"/>
        </dgm:presLayoutVars>
      </dgm:prSet>
      <dgm:spPr/>
    </dgm:pt>
    <dgm:pt modelId="{5ECA7655-31FE-4F93-AF8C-ACBDBBFDA09F}" type="pres">
      <dgm:prSet presAssocID="{2C77D6EE-A8F6-442E-B8E4-B11FB6A3C70F}" presName="spaceBetweenRectangles" presStyleCnt="0"/>
      <dgm:spPr/>
    </dgm:pt>
    <dgm:pt modelId="{A19D6775-D365-4879-AC10-78C2E91DCCFE}" type="pres">
      <dgm:prSet presAssocID="{0B29FD56-759F-4E5C-84F0-7560EE6686C9}" presName="parentLin" presStyleCnt="0"/>
      <dgm:spPr/>
    </dgm:pt>
    <dgm:pt modelId="{2F0D4E4C-D59D-4B0F-80A8-6473AEC42307}" type="pres">
      <dgm:prSet presAssocID="{0B29FD56-759F-4E5C-84F0-7560EE6686C9}" presName="parentLeftMargin" presStyleLbl="node1" presStyleIdx="0" presStyleCnt="5"/>
      <dgm:spPr/>
    </dgm:pt>
    <dgm:pt modelId="{5F7623EC-E07D-410F-9640-E2AE9CF2E094}" type="pres">
      <dgm:prSet presAssocID="{0B29FD56-759F-4E5C-84F0-7560EE6686C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E788E49-3461-4EFF-9FEC-F14E1EBE1F64}" type="pres">
      <dgm:prSet presAssocID="{0B29FD56-759F-4E5C-84F0-7560EE6686C9}" presName="negativeSpace" presStyleCnt="0"/>
      <dgm:spPr/>
    </dgm:pt>
    <dgm:pt modelId="{78038282-534D-4723-9CFD-C6FD03D5CA6C}" type="pres">
      <dgm:prSet presAssocID="{0B29FD56-759F-4E5C-84F0-7560EE6686C9}" presName="childText" presStyleLbl="conFgAcc1" presStyleIdx="1" presStyleCnt="5">
        <dgm:presLayoutVars>
          <dgm:bulletEnabled val="1"/>
        </dgm:presLayoutVars>
      </dgm:prSet>
      <dgm:spPr/>
    </dgm:pt>
    <dgm:pt modelId="{D268F70F-6B95-4DCE-AD54-6733A2B1EDAC}" type="pres">
      <dgm:prSet presAssocID="{3BBDA84E-2894-4BBA-BF0D-98F8249A7845}" presName="spaceBetweenRectangles" presStyleCnt="0"/>
      <dgm:spPr/>
    </dgm:pt>
    <dgm:pt modelId="{D727F9FD-C779-43E4-AD37-EB6F2C66D019}" type="pres">
      <dgm:prSet presAssocID="{FC81D647-DE0C-4384-8800-1FC27E5418C5}" presName="parentLin" presStyleCnt="0"/>
      <dgm:spPr/>
    </dgm:pt>
    <dgm:pt modelId="{05419C5C-CD4F-4D9B-90F9-6DE93EBFEABA}" type="pres">
      <dgm:prSet presAssocID="{FC81D647-DE0C-4384-8800-1FC27E5418C5}" presName="parentLeftMargin" presStyleLbl="node1" presStyleIdx="1" presStyleCnt="5"/>
      <dgm:spPr/>
    </dgm:pt>
    <dgm:pt modelId="{460283F9-CECA-4356-BFE0-33499D66A2F6}" type="pres">
      <dgm:prSet presAssocID="{FC81D647-DE0C-4384-8800-1FC27E5418C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9F67DF5-DE5B-4975-AADF-83B632A51C58}" type="pres">
      <dgm:prSet presAssocID="{FC81D647-DE0C-4384-8800-1FC27E5418C5}" presName="negativeSpace" presStyleCnt="0"/>
      <dgm:spPr/>
    </dgm:pt>
    <dgm:pt modelId="{048FAD9F-C33F-468F-A9E0-B35D7A716F09}" type="pres">
      <dgm:prSet presAssocID="{FC81D647-DE0C-4384-8800-1FC27E5418C5}" presName="childText" presStyleLbl="conFgAcc1" presStyleIdx="2" presStyleCnt="5">
        <dgm:presLayoutVars>
          <dgm:bulletEnabled val="1"/>
        </dgm:presLayoutVars>
      </dgm:prSet>
      <dgm:spPr/>
    </dgm:pt>
    <dgm:pt modelId="{E9E3CA36-850C-46BF-A0E5-C74355B3D71E}" type="pres">
      <dgm:prSet presAssocID="{566AA75C-0417-47F0-BD20-420BE1C5A20F}" presName="spaceBetweenRectangles" presStyleCnt="0"/>
      <dgm:spPr/>
    </dgm:pt>
    <dgm:pt modelId="{5CF3E60B-9523-4B14-9E1A-EB88F176C686}" type="pres">
      <dgm:prSet presAssocID="{45D75A41-FC81-44B5-B162-1ECD622105AE}" presName="parentLin" presStyleCnt="0"/>
      <dgm:spPr/>
    </dgm:pt>
    <dgm:pt modelId="{A670AADC-C07E-4435-BAAD-60A8239FEC4E}" type="pres">
      <dgm:prSet presAssocID="{45D75A41-FC81-44B5-B162-1ECD622105AE}" presName="parentLeftMargin" presStyleLbl="node1" presStyleIdx="2" presStyleCnt="5"/>
      <dgm:spPr/>
    </dgm:pt>
    <dgm:pt modelId="{F96CC747-61D1-4DD0-99A2-893C3ADAD837}" type="pres">
      <dgm:prSet presAssocID="{45D75A41-FC81-44B5-B162-1ECD622105A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01AD651-985B-4896-9BA1-1E6EF31CFB02}" type="pres">
      <dgm:prSet presAssocID="{45D75A41-FC81-44B5-B162-1ECD622105AE}" presName="negativeSpace" presStyleCnt="0"/>
      <dgm:spPr/>
    </dgm:pt>
    <dgm:pt modelId="{44C3E5F0-D673-4C7A-AC46-019D0B7E1EC2}" type="pres">
      <dgm:prSet presAssocID="{45D75A41-FC81-44B5-B162-1ECD622105AE}" presName="childText" presStyleLbl="conFgAcc1" presStyleIdx="3" presStyleCnt="5">
        <dgm:presLayoutVars>
          <dgm:bulletEnabled val="1"/>
        </dgm:presLayoutVars>
      </dgm:prSet>
      <dgm:spPr/>
    </dgm:pt>
    <dgm:pt modelId="{D75FF5C5-F59D-4D33-80D8-8F111C47FB78}" type="pres">
      <dgm:prSet presAssocID="{13910597-30A8-4782-9337-43B56EF60AD1}" presName="spaceBetweenRectangles" presStyleCnt="0"/>
      <dgm:spPr/>
    </dgm:pt>
    <dgm:pt modelId="{3CB72C7D-A52B-4E89-8E1A-34AC163743AB}" type="pres">
      <dgm:prSet presAssocID="{628B033A-76A4-481D-8AA4-CF9AF0A6DC71}" presName="parentLin" presStyleCnt="0"/>
      <dgm:spPr/>
    </dgm:pt>
    <dgm:pt modelId="{E5A0F5FC-CE34-4AF0-98C3-5A221DF15415}" type="pres">
      <dgm:prSet presAssocID="{628B033A-76A4-481D-8AA4-CF9AF0A6DC71}" presName="parentLeftMargin" presStyleLbl="node1" presStyleIdx="3" presStyleCnt="5"/>
      <dgm:spPr/>
    </dgm:pt>
    <dgm:pt modelId="{595C3018-6D4B-4C6F-AF5A-B8302E2E72CD}" type="pres">
      <dgm:prSet presAssocID="{628B033A-76A4-481D-8AA4-CF9AF0A6DC7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F017026-B707-4125-AFB8-68A32380DD7F}" type="pres">
      <dgm:prSet presAssocID="{628B033A-76A4-481D-8AA4-CF9AF0A6DC71}" presName="negativeSpace" presStyleCnt="0"/>
      <dgm:spPr/>
    </dgm:pt>
    <dgm:pt modelId="{DF33E89A-B764-4E53-AC12-3AB47C94863D}" type="pres">
      <dgm:prSet presAssocID="{628B033A-76A4-481D-8AA4-CF9AF0A6DC71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B04B804-7E7E-4067-BAA4-4EA5F2133A89}" type="presOf" srcId="{B336548A-39ED-493F-88D9-699F7B456EA9}" destId="{F5B8816E-726B-432A-B5B0-75DA87231CAD}" srcOrd="0" destOrd="0" presId="urn:microsoft.com/office/officeart/2005/8/layout/list1"/>
    <dgm:cxn modelId="{2EE8A317-A942-4C3E-804C-EAC560A3168E}" type="presOf" srcId="{628B033A-76A4-481D-8AA4-CF9AF0A6DC71}" destId="{E5A0F5FC-CE34-4AF0-98C3-5A221DF15415}" srcOrd="0" destOrd="0" presId="urn:microsoft.com/office/officeart/2005/8/layout/list1"/>
    <dgm:cxn modelId="{C9B07D19-7440-48BF-9A00-651CF1D56CD4}" srcId="{B336548A-39ED-493F-88D9-699F7B456EA9}" destId="{45D75A41-FC81-44B5-B162-1ECD622105AE}" srcOrd="3" destOrd="0" parTransId="{9EAFCE0B-A3D8-4399-A0D9-71A681A4B715}" sibTransId="{13910597-30A8-4782-9337-43B56EF60AD1}"/>
    <dgm:cxn modelId="{A94C6223-CF24-426B-96F1-E6E615E536BA}" type="presOf" srcId="{D5D9D04E-FD69-47B2-AC87-7FB8CF0BFD07}" destId="{66CE8413-1D95-494B-BA80-71719B995AF8}" srcOrd="0" destOrd="0" presId="urn:microsoft.com/office/officeart/2005/8/layout/list1"/>
    <dgm:cxn modelId="{26C35B27-9E6F-4280-B652-0094E1A21467}" srcId="{B336548A-39ED-493F-88D9-699F7B456EA9}" destId="{0B29FD56-759F-4E5C-84F0-7560EE6686C9}" srcOrd="1" destOrd="0" parTransId="{A9795B44-75CA-4B5D-BE32-829BBDDDE18C}" sibTransId="{3BBDA84E-2894-4BBA-BF0D-98F8249A7845}"/>
    <dgm:cxn modelId="{0083F231-BE7A-47E1-8E44-CDC5E6B97FCC}" srcId="{B336548A-39ED-493F-88D9-699F7B456EA9}" destId="{FC81D647-DE0C-4384-8800-1FC27E5418C5}" srcOrd="2" destOrd="0" parTransId="{EB0633F3-137B-4E54-B8BB-AE67E0F89E23}" sibTransId="{566AA75C-0417-47F0-BD20-420BE1C5A20F}"/>
    <dgm:cxn modelId="{A6CCC25C-A3FA-46E5-98CF-D958AD8DBA38}" srcId="{B336548A-39ED-493F-88D9-699F7B456EA9}" destId="{628B033A-76A4-481D-8AA4-CF9AF0A6DC71}" srcOrd="4" destOrd="0" parTransId="{EA55CDB6-5D8D-4D61-961D-0CE6F739FF34}" sibTransId="{56BE1FD7-270C-448D-9734-D6FEF1E9A838}"/>
    <dgm:cxn modelId="{514B0661-C89E-4246-BAE4-9ACCDE02F985}" type="presOf" srcId="{628B033A-76A4-481D-8AA4-CF9AF0A6DC71}" destId="{595C3018-6D4B-4C6F-AF5A-B8302E2E72CD}" srcOrd="1" destOrd="0" presId="urn:microsoft.com/office/officeart/2005/8/layout/list1"/>
    <dgm:cxn modelId="{09A1B361-DD06-464E-BDB5-E4843E69B46E}" srcId="{B336548A-39ED-493F-88D9-699F7B456EA9}" destId="{D5D9D04E-FD69-47B2-AC87-7FB8CF0BFD07}" srcOrd="0" destOrd="0" parTransId="{894BA907-3ECD-41CA-868E-9B2376F5477D}" sibTransId="{2C77D6EE-A8F6-442E-B8E4-B11FB6A3C70F}"/>
    <dgm:cxn modelId="{4E856342-9A90-4CE9-AE1C-4DBC72C3A0A1}" type="presOf" srcId="{D5D9D04E-FD69-47B2-AC87-7FB8CF0BFD07}" destId="{543262D6-8FD7-4138-9FAF-62F01F212FA2}" srcOrd="1" destOrd="0" presId="urn:microsoft.com/office/officeart/2005/8/layout/list1"/>
    <dgm:cxn modelId="{D5638372-6977-499A-8F45-981FBFB35803}" srcId="{45D75A41-FC81-44B5-B162-1ECD622105AE}" destId="{E849E20F-9140-4F03-8812-396BCF64FB9D}" srcOrd="1" destOrd="0" parTransId="{D3999EDF-7EBF-4D0C-B430-76443A6D5BAD}" sibTransId="{75A473DB-9DC0-4A58-BD3A-91130C6A5C61}"/>
    <dgm:cxn modelId="{55F84975-F67A-4E5F-BC13-0C0C68BD7185}" type="presOf" srcId="{FC81D647-DE0C-4384-8800-1FC27E5418C5}" destId="{460283F9-CECA-4356-BFE0-33499D66A2F6}" srcOrd="1" destOrd="0" presId="urn:microsoft.com/office/officeart/2005/8/layout/list1"/>
    <dgm:cxn modelId="{D0AE8657-5CE2-4654-B070-053175B996F3}" type="presOf" srcId="{D1EA2BC0-9965-4731-ACF8-EFCDE9A03BDD}" destId="{44C3E5F0-D673-4C7A-AC46-019D0B7E1EC2}" srcOrd="0" destOrd="2" presId="urn:microsoft.com/office/officeart/2005/8/layout/list1"/>
    <dgm:cxn modelId="{3300A157-3396-444D-BBF4-F53D36CFE165}" srcId="{45D75A41-FC81-44B5-B162-1ECD622105AE}" destId="{D1EA2BC0-9965-4731-ACF8-EFCDE9A03BDD}" srcOrd="2" destOrd="0" parTransId="{CCDCDE60-BECF-4A4F-9C83-1A06C802D2FE}" sibTransId="{AF0E293C-77D5-4FCF-9C8D-EB2BF20A839A}"/>
    <dgm:cxn modelId="{A2101190-0FD8-4F2F-A0D5-9C8637144E92}" type="presOf" srcId="{FC81D647-DE0C-4384-8800-1FC27E5418C5}" destId="{05419C5C-CD4F-4D9B-90F9-6DE93EBFEABA}" srcOrd="0" destOrd="0" presId="urn:microsoft.com/office/officeart/2005/8/layout/list1"/>
    <dgm:cxn modelId="{F7B67D9E-1006-4E49-A59C-6471852193C4}" type="presOf" srcId="{0B29FD56-759F-4E5C-84F0-7560EE6686C9}" destId="{2F0D4E4C-D59D-4B0F-80A8-6473AEC42307}" srcOrd="0" destOrd="0" presId="urn:microsoft.com/office/officeart/2005/8/layout/list1"/>
    <dgm:cxn modelId="{EA0D87AB-A777-4694-82BE-88AA13AA5F6F}" type="presOf" srcId="{E849E20F-9140-4F03-8812-396BCF64FB9D}" destId="{44C3E5F0-D673-4C7A-AC46-019D0B7E1EC2}" srcOrd="0" destOrd="1" presId="urn:microsoft.com/office/officeart/2005/8/layout/list1"/>
    <dgm:cxn modelId="{3BF088B5-68F5-45A5-974D-6B81F735FBFC}" srcId="{45D75A41-FC81-44B5-B162-1ECD622105AE}" destId="{EFBF3A23-A32D-42EB-A7A8-0EA15609A83A}" srcOrd="0" destOrd="0" parTransId="{C329CDD6-8772-4A39-A48C-5EE41B85E7C3}" sibTransId="{47EF3A5B-E873-4F35-A44A-FE8EAC94B239}"/>
    <dgm:cxn modelId="{FD8E1AEB-1C3C-450F-830E-0BC575F189BE}" type="presOf" srcId="{EFBF3A23-A32D-42EB-A7A8-0EA15609A83A}" destId="{44C3E5F0-D673-4C7A-AC46-019D0B7E1EC2}" srcOrd="0" destOrd="0" presId="urn:microsoft.com/office/officeart/2005/8/layout/list1"/>
    <dgm:cxn modelId="{A10C58EB-0226-42F7-B08C-90603A491D1A}" type="presOf" srcId="{45D75A41-FC81-44B5-B162-1ECD622105AE}" destId="{A670AADC-C07E-4435-BAAD-60A8239FEC4E}" srcOrd="0" destOrd="0" presId="urn:microsoft.com/office/officeart/2005/8/layout/list1"/>
    <dgm:cxn modelId="{52BE53F1-892B-4376-A3DF-C7BA21C00BFF}" type="presOf" srcId="{0B29FD56-759F-4E5C-84F0-7560EE6686C9}" destId="{5F7623EC-E07D-410F-9640-E2AE9CF2E094}" srcOrd="1" destOrd="0" presId="urn:microsoft.com/office/officeart/2005/8/layout/list1"/>
    <dgm:cxn modelId="{72CF0BF9-23D7-4145-ADAA-913C36C03285}" type="presOf" srcId="{45D75A41-FC81-44B5-B162-1ECD622105AE}" destId="{F96CC747-61D1-4DD0-99A2-893C3ADAD837}" srcOrd="1" destOrd="0" presId="urn:microsoft.com/office/officeart/2005/8/layout/list1"/>
    <dgm:cxn modelId="{7015A855-09DA-42FE-8261-6E85B3E7438E}" type="presParOf" srcId="{F5B8816E-726B-432A-B5B0-75DA87231CAD}" destId="{17BC9EE7-6A8B-4910-AF48-5E7FE3A27E77}" srcOrd="0" destOrd="0" presId="urn:microsoft.com/office/officeart/2005/8/layout/list1"/>
    <dgm:cxn modelId="{CA3B7C73-8F93-4FC1-ACAA-CDAE4E9BDB32}" type="presParOf" srcId="{17BC9EE7-6A8B-4910-AF48-5E7FE3A27E77}" destId="{66CE8413-1D95-494B-BA80-71719B995AF8}" srcOrd="0" destOrd="0" presId="urn:microsoft.com/office/officeart/2005/8/layout/list1"/>
    <dgm:cxn modelId="{4583CC73-F427-4914-91E5-A2F0B5FD42D0}" type="presParOf" srcId="{17BC9EE7-6A8B-4910-AF48-5E7FE3A27E77}" destId="{543262D6-8FD7-4138-9FAF-62F01F212FA2}" srcOrd="1" destOrd="0" presId="urn:microsoft.com/office/officeart/2005/8/layout/list1"/>
    <dgm:cxn modelId="{1E346CB5-1FC8-4238-B6E7-DB46D5475D52}" type="presParOf" srcId="{F5B8816E-726B-432A-B5B0-75DA87231CAD}" destId="{1649E931-557B-4A4A-9AD8-2C2C3E777BE3}" srcOrd="1" destOrd="0" presId="urn:microsoft.com/office/officeart/2005/8/layout/list1"/>
    <dgm:cxn modelId="{19DDBE33-B053-41D8-AAF8-82E4EAC4B818}" type="presParOf" srcId="{F5B8816E-726B-432A-B5B0-75DA87231CAD}" destId="{F0CBB2DE-91F0-449B-9FA4-62F5AFB81132}" srcOrd="2" destOrd="0" presId="urn:microsoft.com/office/officeart/2005/8/layout/list1"/>
    <dgm:cxn modelId="{52AB89F6-BD38-4B29-B57A-22C344710C1D}" type="presParOf" srcId="{F5B8816E-726B-432A-B5B0-75DA87231CAD}" destId="{5ECA7655-31FE-4F93-AF8C-ACBDBBFDA09F}" srcOrd="3" destOrd="0" presId="urn:microsoft.com/office/officeart/2005/8/layout/list1"/>
    <dgm:cxn modelId="{5FCA2AEE-F199-4584-B6FE-F9EE727906EF}" type="presParOf" srcId="{F5B8816E-726B-432A-B5B0-75DA87231CAD}" destId="{A19D6775-D365-4879-AC10-78C2E91DCCFE}" srcOrd="4" destOrd="0" presId="urn:microsoft.com/office/officeart/2005/8/layout/list1"/>
    <dgm:cxn modelId="{24D7187B-B1D8-419E-AAF7-C361F74D1192}" type="presParOf" srcId="{A19D6775-D365-4879-AC10-78C2E91DCCFE}" destId="{2F0D4E4C-D59D-4B0F-80A8-6473AEC42307}" srcOrd="0" destOrd="0" presId="urn:microsoft.com/office/officeart/2005/8/layout/list1"/>
    <dgm:cxn modelId="{4316D5AC-B125-475B-A07D-01C25E0DF6E7}" type="presParOf" srcId="{A19D6775-D365-4879-AC10-78C2E91DCCFE}" destId="{5F7623EC-E07D-410F-9640-E2AE9CF2E094}" srcOrd="1" destOrd="0" presId="urn:microsoft.com/office/officeart/2005/8/layout/list1"/>
    <dgm:cxn modelId="{977B61B0-12DC-4535-B5B7-507EF5268424}" type="presParOf" srcId="{F5B8816E-726B-432A-B5B0-75DA87231CAD}" destId="{8E788E49-3461-4EFF-9FEC-F14E1EBE1F64}" srcOrd="5" destOrd="0" presId="urn:microsoft.com/office/officeart/2005/8/layout/list1"/>
    <dgm:cxn modelId="{4A4CECEC-3137-41FE-81C3-AF211A9CC0B9}" type="presParOf" srcId="{F5B8816E-726B-432A-B5B0-75DA87231CAD}" destId="{78038282-534D-4723-9CFD-C6FD03D5CA6C}" srcOrd="6" destOrd="0" presId="urn:microsoft.com/office/officeart/2005/8/layout/list1"/>
    <dgm:cxn modelId="{244A19CB-079F-412A-9F58-7ACD12950F7D}" type="presParOf" srcId="{F5B8816E-726B-432A-B5B0-75DA87231CAD}" destId="{D268F70F-6B95-4DCE-AD54-6733A2B1EDAC}" srcOrd="7" destOrd="0" presId="urn:microsoft.com/office/officeart/2005/8/layout/list1"/>
    <dgm:cxn modelId="{8C7FED66-A48F-428D-B9CC-C7C17A8C3B6A}" type="presParOf" srcId="{F5B8816E-726B-432A-B5B0-75DA87231CAD}" destId="{D727F9FD-C779-43E4-AD37-EB6F2C66D019}" srcOrd="8" destOrd="0" presId="urn:microsoft.com/office/officeart/2005/8/layout/list1"/>
    <dgm:cxn modelId="{3D781B97-3D28-4907-857E-E047FFA41C2B}" type="presParOf" srcId="{D727F9FD-C779-43E4-AD37-EB6F2C66D019}" destId="{05419C5C-CD4F-4D9B-90F9-6DE93EBFEABA}" srcOrd="0" destOrd="0" presId="urn:microsoft.com/office/officeart/2005/8/layout/list1"/>
    <dgm:cxn modelId="{1CFEA828-C7F7-4190-B482-EA08486BEA9F}" type="presParOf" srcId="{D727F9FD-C779-43E4-AD37-EB6F2C66D019}" destId="{460283F9-CECA-4356-BFE0-33499D66A2F6}" srcOrd="1" destOrd="0" presId="urn:microsoft.com/office/officeart/2005/8/layout/list1"/>
    <dgm:cxn modelId="{F199657B-DC96-4632-8717-069FFE09ADCC}" type="presParOf" srcId="{F5B8816E-726B-432A-B5B0-75DA87231CAD}" destId="{D9F67DF5-DE5B-4975-AADF-83B632A51C58}" srcOrd="9" destOrd="0" presId="urn:microsoft.com/office/officeart/2005/8/layout/list1"/>
    <dgm:cxn modelId="{DA75E04E-8EBE-49BE-B89D-4EBE39445A88}" type="presParOf" srcId="{F5B8816E-726B-432A-B5B0-75DA87231CAD}" destId="{048FAD9F-C33F-468F-A9E0-B35D7A716F09}" srcOrd="10" destOrd="0" presId="urn:microsoft.com/office/officeart/2005/8/layout/list1"/>
    <dgm:cxn modelId="{9BC57699-7D6D-4B5F-B8E0-E16E7E5D1E5A}" type="presParOf" srcId="{F5B8816E-726B-432A-B5B0-75DA87231CAD}" destId="{E9E3CA36-850C-46BF-A0E5-C74355B3D71E}" srcOrd="11" destOrd="0" presId="urn:microsoft.com/office/officeart/2005/8/layout/list1"/>
    <dgm:cxn modelId="{20017372-2B32-400A-BB29-1AEE295CEBE7}" type="presParOf" srcId="{F5B8816E-726B-432A-B5B0-75DA87231CAD}" destId="{5CF3E60B-9523-4B14-9E1A-EB88F176C686}" srcOrd="12" destOrd="0" presId="urn:microsoft.com/office/officeart/2005/8/layout/list1"/>
    <dgm:cxn modelId="{EC69F7E5-D4D5-46E9-A031-8453D6C864CE}" type="presParOf" srcId="{5CF3E60B-9523-4B14-9E1A-EB88F176C686}" destId="{A670AADC-C07E-4435-BAAD-60A8239FEC4E}" srcOrd="0" destOrd="0" presId="urn:microsoft.com/office/officeart/2005/8/layout/list1"/>
    <dgm:cxn modelId="{73B92DB6-91ED-4D77-A516-60B03EF57531}" type="presParOf" srcId="{5CF3E60B-9523-4B14-9E1A-EB88F176C686}" destId="{F96CC747-61D1-4DD0-99A2-893C3ADAD837}" srcOrd="1" destOrd="0" presId="urn:microsoft.com/office/officeart/2005/8/layout/list1"/>
    <dgm:cxn modelId="{D4545794-B5E6-4EA4-8D5E-9EEC4B0120C5}" type="presParOf" srcId="{F5B8816E-726B-432A-B5B0-75DA87231CAD}" destId="{D01AD651-985B-4896-9BA1-1E6EF31CFB02}" srcOrd="13" destOrd="0" presId="urn:microsoft.com/office/officeart/2005/8/layout/list1"/>
    <dgm:cxn modelId="{2BBFB720-C704-40D6-845B-BC7553C2217C}" type="presParOf" srcId="{F5B8816E-726B-432A-B5B0-75DA87231CAD}" destId="{44C3E5F0-D673-4C7A-AC46-019D0B7E1EC2}" srcOrd="14" destOrd="0" presId="urn:microsoft.com/office/officeart/2005/8/layout/list1"/>
    <dgm:cxn modelId="{3D74ADAE-CDF3-4F4F-BAF1-4A235837F4AA}" type="presParOf" srcId="{F5B8816E-726B-432A-B5B0-75DA87231CAD}" destId="{D75FF5C5-F59D-4D33-80D8-8F111C47FB78}" srcOrd="15" destOrd="0" presId="urn:microsoft.com/office/officeart/2005/8/layout/list1"/>
    <dgm:cxn modelId="{5F4C7B28-9FDB-424C-A2CF-9C50D07C9390}" type="presParOf" srcId="{F5B8816E-726B-432A-B5B0-75DA87231CAD}" destId="{3CB72C7D-A52B-4E89-8E1A-34AC163743AB}" srcOrd="16" destOrd="0" presId="urn:microsoft.com/office/officeart/2005/8/layout/list1"/>
    <dgm:cxn modelId="{CDA28C12-DC67-445C-A165-7E9F0F276C4C}" type="presParOf" srcId="{3CB72C7D-A52B-4E89-8E1A-34AC163743AB}" destId="{E5A0F5FC-CE34-4AF0-98C3-5A221DF15415}" srcOrd="0" destOrd="0" presId="urn:microsoft.com/office/officeart/2005/8/layout/list1"/>
    <dgm:cxn modelId="{914692EC-D830-429D-A3B3-BF813E89CAFF}" type="presParOf" srcId="{3CB72C7D-A52B-4E89-8E1A-34AC163743AB}" destId="{595C3018-6D4B-4C6F-AF5A-B8302E2E72CD}" srcOrd="1" destOrd="0" presId="urn:microsoft.com/office/officeart/2005/8/layout/list1"/>
    <dgm:cxn modelId="{DF258EC1-78A0-499A-90E0-3262F3B21E56}" type="presParOf" srcId="{F5B8816E-726B-432A-B5B0-75DA87231CAD}" destId="{9F017026-B707-4125-AFB8-68A32380DD7F}" srcOrd="17" destOrd="0" presId="urn:microsoft.com/office/officeart/2005/8/layout/list1"/>
    <dgm:cxn modelId="{4B9D8CB8-A297-4529-B153-0CD5F5BD3802}" type="presParOf" srcId="{F5B8816E-726B-432A-B5B0-75DA87231CAD}" destId="{DF33E89A-B764-4E53-AC12-3AB47C94863D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BBFB5D-BB68-4C4D-B76F-D6B783F33938}" type="doc">
      <dgm:prSet loTypeId="urn:microsoft.com/office/officeart/2005/8/layout/defaul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70BD8A7-CF72-4167-97AA-830D8B200531}">
      <dgm:prSet custT="1"/>
      <dgm:spPr/>
      <dgm:t>
        <a:bodyPr/>
        <a:lstStyle/>
        <a:p>
          <a:r>
            <a:rPr lang="de-DE" sz="1800"/>
            <a:t>Frontend</a:t>
          </a:r>
          <a:endParaRPr lang="en-US" sz="1800"/>
        </a:p>
      </dgm:t>
    </dgm:pt>
    <dgm:pt modelId="{EAA72B11-D9C1-4C9C-B182-BE8E348D80F1}" type="parTrans" cxnId="{2AA60B58-70EC-4105-93D8-DF6A8DAC7761}">
      <dgm:prSet/>
      <dgm:spPr/>
      <dgm:t>
        <a:bodyPr/>
        <a:lstStyle/>
        <a:p>
          <a:endParaRPr lang="en-US"/>
        </a:p>
      </dgm:t>
    </dgm:pt>
    <dgm:pt modelId="{3BBBEC86-04A2-48CC-9134-2D93CD682B67}" type="sibTrans" cxnId="{2AA60B58-70EC-4105-93D8-DF6A8DAC7761}">
      <dgm:prSet/>
      <dgm:spPr/>
      <dgm:t>
        <a:bodyPr/>
        <a:lstStyle/>
        <a:p>
          <a:endParaRPr lang="en-US"/>
        </a:p>
      </dgm:t>
    </dgm:pt>
    <dgm:pt modelId="{1AA6596A-3C0D-44E8-AF08-156A4B5C1FC3}">
      <dgm:prSet/>
      <dgm:spPr/>
      <dgm:t>
        <a:bodyPr/>
        <a:lstStyle/>
        <a:p>
          <a:r>
            <a:rPr lang="de-DE" sz="1800"/>
            <a:t>WPF‑Desktopanwendung</a:t>
          </a:r>
          <a:endParaRPr lang="en-US" sz="1800"/>
        </a:p>
      </dgm:t>
    </dgm:pt>
    <dgm:pt modelId="{EB7A1C8B-B52C-4CA0-A46E-A5062BEC16DC}" type="parTrans" cxnId="{81F9DB36-107F-400E-9995-53C2EF0968E0}">
      <dgm:prSet/>
      <dgm:spPr/>
      <dgm:t>
        <a:bodyPr/>
        <a:lstStyle/>
        <a:p>
          <a:endParaRPr lang="en-US"/>
        </a:p>
      </dgm:t>
    </dgm:pt>
    <dgm:pt modelId="{D41851BF-D2B1-4D57-AA7B-9F7CCCD6B7DA}" type="sibTrans" cxnId="{81F9DB36-107F-400E-9995-53C2EF0968E0}">
      <dgm:prSet/>
      <dgm:spPr/>
      <dgm:t>
        <a:bodyPr/>
        <a:lstStyle/>
        <a:p>
          <a:endParaRPr lang="en-US"/>
        </a:p>
      </dgm:t>
    </dgm:pt>
    <dgm:pt modelId="{F9F0548B-20C8-4635-91D9-6EE338626A7B}">
      <dgm:prSet/>
      <dgm:spPr/>
      <dgm:t>
        <a:bodyPr/>
        <a:lstStyle/>
        <a:p>
          <a:r>
            <a:rPr lang="de-DE" sz="1800"/>
            <a:t>Fokus auf Benutzerfreundlichkeit</a:t>
          </a:r>
          <a:endParaRPr lang="en-US" sz="1800"/>
        </a:p>
      </dgm:t>
    </dgm:pt>
    <dgm:pt modelId="{48073122-7625-44E1-AE87-E9FA3CD94787}" type="parTrans" cxnId="{AA9EFAB6-ACE6-4E8E-AB15-3494BDAFF187}">
      <dgm:prSet/>
      <dgm:spPr/>
      <dgm:t>
        <a:bodyPr/>
        <a:lstStyle/>
        <a:p>
          <a:endParaRPr lang="en-US"/>
        </a:p>
      </dgm:t>
    </dgm:pt>
    <dgm:pt modelId="{CA3E4DAB-A049-4D2B-8A3A-C445BCAB9E74}" type="sibTrans" cxnId="{AA9EFAB6-ACE6-4E8E-AB15-3494BDAFF187}">
      <dgm:prSet/>
      <dgm:spPr/>
      <dgm:t>
        <a:bodyPr/>
        <a:lstStyle/>
        <a:p>
          <a:endParaRPr lang="en-US"/>
        </a:p>
      </dgm:t>
    </dgm:pt>
    <dgm:pt modelId="{B7D92576-F753-4B54-A8F4-149E2CA4FDBA}">
      <dgm:prSet/>
      <dgm:spPr/>
      <dgm:t>
        <a:bodyPr/>
        <a:lstStyle/>
        <a:p>
          <a:r>
            <a:rPr lang="de-DE" sz="1800"/>
            <a:t>Tabellenansicht für Logs, Ticketlisten und Filter</a:t>
          </a:r>
          <a:endParaRPr lang="en-US" sz="1800"/>
        </a:p>
      </dgm:t>
    </dgm:pt>
    <dgm:pt modelId="{87F1B397-0928-474C-A8E5-CA29CFF2D66A}" type="parTrans" cxnId="{03FA484D-37FB-469C-A43B-23349E22656B}">
      <dgm:prSet/>
      <dgm:spPr/>
      <dgm:t>
        <a:bodyPr/>
        <a:lstStyle/>
        <a:p>
          <a:endParaRPr lang="en-US"/>
        </a:p>
      </dgm:t>
    </dgm:pt>
    <dgm:pt modelId="{3DEB76E6-D455-4390-91CC-FED0B07CEFEA}" type="sibTrans" cxnId="{03FA484D-37FB-469C-A43B-23349E22656B}">
      <dgm:prSet/>
      <dgm:spPr/>
      <dgm:t>
        <a:bodyPr/>
        <a:lstStyle/>
        <a:p>
          <a:endParaRPr lang="en-US"/>
        </a:p>
      </dgm:t>
    </dgm:pt>
    <dgm:pt modelId="{CBDF6F3D-3D9D-4BA2-A926-946004B28210}">
      <dgm:prSet/>
      <dgm:spPr/>
      <dgm:t>
        <a:bodyPr/>
        <a:lstStyle/>
        <a:p>
          <a:r>
            <a:rPr lang="de-DE" sz="1800"/>
            <a:t>Datenbank</a:t>
          </a:r>
          <a:endParaRPr lang="en-US" sz="1800"/>
        </a:p>
      </dgm:t>
    </dgm:pt>
    <dgm:pt modelId="{D9555C8E-0087-4617-9D5F-D1F3C504F678}" type="parTrans" cxnId="{62598126-7859-41B0-A52D-564669B1B90A}">
      <dgm:prSet/>
      <dgm:spPr/>
      <dgm:t>
        <a:bodyPr/>
        <a:lstStyle/>
        <a:p>
          <a:endParaRPr lang="en-US"/>
        </a:p>
      </dgm:t>
    </dgm:pt>
    <dgm:pt modelId="{0FA8D237-4F4D-4BA6-A8F8-E1A394F5DAED}" type="sibTrans" cxnId="{62598126-7859-41B0-A52D-564669B1B90A}">
      <dgm:prSet/>
      <dgm:spPr/>
      <dgm:t>
        <a:bodyPr/>
        <a:lstStyle/>
        <a:p>
          <a:endParaRPr lang="en-US"/>
        </a:p>
      </dgm:t>
    </dgm:pt>
    <dgm:pt modelId="{AE8E4180-8973-43A4-B932-9BA6221EDD66}">
      <dgm:prSet/>
      <dgm:spPr/>
      <dgm:t>
        <a:bodyPr/>
        <a:lstStyle/>
        <a:p>
          <a:r>
            <a:rPr lang="de-DE" sz="1800"/>
            <a:t>SQLite als lokale, leichtgewichtige Datenbank</a:t>
          </a:r>
          <a:endParaRPr lang="en-US" sz="1800"/>
        </a:p>
      </dgm:t>
    </dgm:pt>
    <dgm:pt modelId="{A091EA94-7D0D-46BE-B73D-4FD8D452EC68}" type="parTrans" cxnId="{7A77BCB6-814D-4812-A499-B615E93B2203}">
      <dgm:prSet/>
      <dgm:spPr/>
      <dgm:t>
        <a:bodyPr/>
        <a:lstStyle/>
        <a:p>
          <a:endParaRPr lang="en-US"/>
        </a:p>
      </dgm:t>
    </dgm:pt>
    <dgm:pt modelId="{402ACFAA-809B-498F-AAB2-FA39B4777C93}" type="sibTrans" cxnId="{7A77BCB6-814D-4812-A499-B615E93B2203}">
      <dgm:prSet/>
      <dgm:spPr/>
      <dgm:t>
        <a:bodyPr/>
        <a:lstStyle/>
        <a:p>
          <a:endParaRPr lang="en-US"/>
        </a:p>
      </dgm:t>
    </dgm:pt>
    <dgm:pt modelId="{2B870695-78CF-4852-BF52-D68D41A4C24C}">
      <dgm:prSet/>
      <dgm:spPr/>
      <dgm:t>
        <a:bodyPr/>
        <a:lstStyle/>
        <a:p>
          <a:r>
            <a:rPr lang="de-DE" sz="1800"/>
            <a:t>Tabellen: Users, Tickets, Logs</a:t>
          </a:r>
          <a:endParaRPr lang="en-US" sz="1800"/>
        </a:p>
      </dgm:t>
    </dgm:pt>
    <dgm:pt modelId="{941A5C12-A3D6-42B1-A684-F5B295065AA0}" type="parTrans" cxnId="{819D0EF9-59CF-4A6E-9B86-C3EF33FD2CD2}">
      <dgm:prSet/>
      <dgm:spPr/>
      <dgm:t>
        <a:bodyPr/>
        <a:lstStyle/>
        <a:p>
          <a:endParaRPr lang="en-US"/>
        </a:p>
      </dgm:t>
    </dgm:pt>
    <dgm:pt modelId="{A6F75E3D-4CF3-43CD-9842-3CEC09C5994B}" type="sibTrans" cxnId="{819D0EF9-59CF-4A6E-9B86-C3EF33FD2CD2}">
      <dgm:prSet/>
      <dgm:spPr/>
      <dgm:t>
        <a:bodyPr/>
        <a:lstStyle/>
        <a:p>
          <a:endParaRPr lang="en-US"/>
        </a:p>
      </dgm:t>
    </dgm:pt>
    <dgm:pt modelId="{CCE347C3-B2F9-4004-A183-FE82B1EF73C0}">
      <dgm:prSet/>
      <dgm:spPr/>
      <dgm:t>
        <a:bodyPr/>
        <a:lstStyle/>
        <a:p>
          <a:r>
            <a:rPr lang="de-DE" sz="1800"/>
            <a:t>Verschlüsselte Speicherung</a:t>
          </a:r>
          <a:endParaRPr lang="en-US" sz="1800"/>
        </a:p>
      </dgm:t>
    </dgm:pt>
    <dgm:pt modelId="{7D2AB1DF-B22C-4B06-8D6C-4FFEB144B49D}" type="parTrans" cxnId="{50CA716A-D96B-4A84-A9F1-4236D6CE7CC4}">
      <dgm:prSet/>
      <dgm:spPr/>
      <dgm:t>
        <a:bodyPr/>
        <a:lstStyle/>
        <a:p>
          <a:endParaRPr lang="en-US"/>
        </a:p>
      </dgm:t>
    </dgm:pt>
    <dgm:pt modelId="{83CD311C-3C2D-4805-85F0-52B6CC3AAC9A}" type="sibTrans" cxnId="{50CA716A-D96B-4A84-A9F1-4236D6CE7CC4}">
      <dgm:prSet/>
      <dgm:spPr/>
      <dgm:t>
        <a:bodyPr/>
        <a:lstStyle/>
        <a:p>
          <a:endParaRPr lang="en-US"/>
        </a:p>
      </dgm:t>
    </dgm:pt>
    <dgm:pt modelId="{8477D356-EA0F-4CAC-9551-AEF929317E84}">
      <dgm:prSet/>
      <dgm:spPr/>
      <dgm:t>
        <a:bodyPr/>
        <a:lstStyle/>
        <a:p>
          <a:r>
            <a:rPr lang="de-DE" sz="1800"/>
            <a:t>Backend/ Logik</a:t>
          </a:r>
          <a:endParaRPr lang="en-US" sz="1800"/>
        </a:p>
      </dgm:t>
    </dgm:pt>
    <dgm:pt modelId="{7A05FAC8-07A3-45FE-9474-38879F334166}" type="parTrans" cxnId="{6B551CE8-5F3F-4EDE-85F5-B94FAA2F35B5}">
      <dgm:prSet/>
      <dgm:spPr/>
      <dgm:t>
        <a:bodyPr/>
        <a:lstStyle/>
        <a:p>
          <a:endParaRPr lang="en-US"/>
        </a:p>
      </dgm:t>
    </dgm:pt>
    <dgm:pt modelId="{3D6012B9-12EF-4238-9F56-17F1F6A42C72}" type="sibTrans" cxnId="{6B551CE8-5F3F-4EDE-85F5-B94FAA2F35B5}">
      <dgm:prSet/>
      <dgm:spPr/>
      <dgm:t>
        <a:bodyPr/>
        <a:lstStyle/>
        <a:p>
          <a:endParaRPr lang="en-US"/>
        </a:p>
      </dgm:t>
    </dgm:pt>
    <dgm:pt modelId="{5CD4AC3B-E17A-4F29-9E4C-5D529ED7E487}">
      <dgm:prSet/>
      <dgm:spPr/>
      <dgm:t>
        <a:bodyPr/>
        <a:lstStyle/>
        <a:p>
          <a:r>
            <a:rPr lang="de-DE" sz="1800"/>
            <a:t>C#‑Klassenbibliothek mit Modulen:</a:t>
          </a:r>
          <a:endParaRPr lang="en-US" sz="1800"/>
        </a:p>
      </dgm:t>
    </dgm:pt>
    <dgm:pt modelId="{133CFA1B-4D68-4B3D-BBAA-A14F3459FD69}" type="parTrans" cxnId="{A946FF46-92D8-4DC8-9753-95C1F07ED7AD}">
      <dgm:prSet/>
      <dgm:spPr/>
      <dgm:t>
        <a:bodyPr/>
        <a:lstStyle/>
        <a:p>
          <a:endParaRPr lang="en-US"/>
        </a:p>
      </dgm:t>
    </dgm:pt>
    <dgm:pt modelId="{F66B7D73-F399-4242-80F0-229A2CAFA50F}" type="sibTrans" cxnId="{A946FF46-92D8-4DC8-9753-95C1F07ED7AD}">
      <dgm:prSet/>
      <dgm:spPr/>
      <dgm:t>
        <a:bodyPr/>
        <a:lstStyle/>
        <a:p>
          <a:endParaRPr lang="en-US"/>
        </a:p>
      </dgm:t>
    </dgm:pt>
    <dgm:pt modelId="{D5ABBDD6-1E04-47CF-9CA2-C3D3BDD82D03}">
      <dgm:prSet/>
      <dgm:spPr/>
      <dgm:t>
        <a:bodyPr/>
        <a:lstStyle/>
        <a:p>
          <a:r>
            <a:rPr lang="de-DE" sz="1800" dirty="0" err="1"/>
            <a:t>LogParser</a:t>
          </a:r>
          <a:r>
            <a:rPr lang="de-DE" sz="1800" dirty="0"/>
            <a:t> (</a:t>
          </a:r>
          <a:r>
            <a:rPr lang="de-DE" sz="1800" dirty="0" err="1"/>
            <a:t>Regex</a:t>
          </a:r>
          <a:r>
            <a:rPr lang="de-DE" sz="1800" dirty="0"/>
            <a:t>‑basierte Analyse)</a:t>
          </a:r>
          <a:endParaRPr lang="en-US" sz="1800" dirty="0"/>
        </a:p>
      </dgm:t>
    </dgm:pt>
    <dgm:pt modelId="{FF19CAFC-E717-4DE0-B52E-F0E0B25D52FB}" type="parTrans" cxnId="{E8F8467B-BA1E-43D8-B382-72A23C536CC6}">
      <dgm:prSet/>
      <dgm:spPr/>
      <dgm:t>
        <a:bodyPr/>
        <a:lstStyle/>
        <a:p>
          <a:endParaRPr lang="en-US"/>
        </a:p>
      </dgm:t>
    </dgm:pt>
    <dgm:pt modelId="{0B4428C1-E937-4B09-B73F-379BADEE014B}" type="sibTrans" cxnId="{E8F8467B-BA1E-43D8-B382-72A23C536CC6}">
      <dgm:prSet/>
      <dgm:spPr/>
      <dgm:t>
        <a:bodyPr/>
        <a:lstStyle/>
        <a:p>
          <a:endParaRPr lang="en-US"/>
        </a:p>
      </dgm:t>
    </dgm:pt>
    <dgm:pt modelId="{85BA8733-172B-4D36-ACCB-6314A1754AD5}">
      <dgm:prSet/>
      <dgm:spPr/>
      <dgm:t>
        <a:bodyPr/>
        <a:lstStyle/>
        <a:p>
          <a:r>
            <a:rPr lang="de-DE" sz="1800" dirty="0" err="1"/>
            <a:t>TicketManager</a:t>
          </a:r>
          <a:r>
            <a:rPr lang="de-DE" sz="1800" dirty="0"/>
            <a:t> (CRUD‑Operationen für Bugs)</a:t>
          </a:r>
          <a:endParaRPr lang="en-US" sz="1800" dirty="0"/>
        </a:p>
      </dgm:t>
    </dgm:pt>
    <dgm:pt modelId="{06D7440F-FE0B-4E56-8606-04B50B31D222}" type="parTrans" cxnId="{2B22CA20-8338-4883-8336-B06F87B1DF16}">
      <dgm:prSet/>
      <dgm:spPr/>
      <dgm:t>
        <a:bodyPr/>
        <a:lstStyle/>
        <a:p>
          <a:endParaRPr lang="en-US"/>
        </a:p>
      </dgm:t>
    </dgm:pt>
    <dgm:pt modelId="{97909AEC-4372-4875-8311-D10F21317AA7}" type="sibTrans" cxnId="{2B22CA20-8338-4883-8336-B06F87B1DF16}">
      <dgm:prSet/>
      <dgm:spPr/>
      <dgm:t>
        <a:bodyPr/>
        <a:lstStyle/>
        <a:p>
          <a:endParaRPr lang="en-US"/>
        </a:p>
      </dgm:t>
    </dgm:pt>
    <dgm:pt modelId="{CD4DFD8A-07DB-42AB-B144-876F693486EB}">
      <dgm:prSet/>
      <dgm:spPr/>
      <dgm:t>
        <a:bodyPr/>
        <a:lstStyle/>
        <a:p>
          <a:r>
            <a:rPr lang="de-DE" sz="1800" dirty="0" err="1"/>
            <a:t>UserManager</a:t>
          </a:r>
          <a:r>
            <a:rPr lang="de-DE" sz="1800" dirty="0"/>
            <a:t> (Login &amp; Rollen)</a:t>
          </a:r>
          <a:endParaRPr lang="en-US" sz="1800" dirty="0"/>
        </a:p>
      </dgm:t>
    </dgm:pt>
    <dgm:pt modelId="{C7D5E5FF-BBF9-43BC-8B0B-81AB8C079662}" type="parTrans" cxnId="{DC498DE2-DBD3-4E6C-A494-C1F0F3DCF756}">
      <dgm:prSet/>
      <dgm:spPr/>
      <dgm:t>
        <a:bodyPr/>
        <a:lstStyle/>
        <a:p>
          <a:endParaRPr lang="en-US"/>
        </a:p>
      </dgm:t>
    </dgm:pt>
    <dgm:pt modelId="{538CFD4C-AFED-4CDF-B143-BBBFF2B2919B}" type="sibTrans" cxnId="{DC498DE2-DBD3-4E6C-A494-C1F0F3DCF756}">
      <dgm:prSet/>
      <dgm:spPr/>
      <dgm:t>
        <a:bodyPr/>
        <a:lstStyle/>
        <a:p>
          <a:endParaRPr lang="en-US"/>
        </a:p>
      </dgm:t>
    </dgm:pt>
    <dgm:pt modelId="{4A59FC4D-93EB-44EE-ABB1-335D68D31D8F}">
      <dgm:prSet/>
      <dgm:spPr/>
      <dgm:t>
        <a:bodyPr/>
        <a:lstStyle/>
        <a:p>
          <a:r>
            <a:rPr lang="de-DE" sz="1800"/>
            <a:t>Reporting‑Komponenten</a:t>
          </a:r>
          <a:endParaRPr lang="en-US" sz="1800"/>
        </a:p>
      </dgm:t>
    </dgm:pt>
    <dgm:pt modelId="{45894C8B-07A6-451E-BC6E-55F424D7CAE2}" type="parTrans" cxnId="{E36DDB69-74C0-4F22-8E6F-880CDB354DA3}">
      <dgm:prSet/>
      <dgm:spPr/>
      <dgm:t>
        <a:bodyPr/>
        <a:lstStyle/>
        <a:p>
          <a:endParaRPr lang="en-US"/>
        </a:p>
      </dgm:t>
    </dgm:pt>
    <dgm:pt modelId="{1BFFAEA0-E242-475B-94D1-FBC5BDAFFF81}" type="sibTrans" cxnId="{E36DDB69-74C0-4F22-8E6F-880CDB354DA3}">
      <dgm:prSet/>
      <dgm:spPr/>
      <dgm:t>
        <a:bodyPr/>
        <a:lstStyle/>
        <a:p>
          <a:endParaRPr lang="en-US"/>
        </a:p>
      </dgm:t>
    </dgm:pt>
    <dgm:pt modelId="{EA0053E1-4EDA-49EB-9DAD-7FDEA5701315}">
      <dgm:prSet/>
      <dgm:spPr/>
      <dgm:t>
        <a:bodyPr/>
        <a:lstStyle/>
        <a:p>
          <a:r>
            <a:rPr lang="de-DE" sz="1800" dirty="0"/>
            <a:t>PDF‑Export via </a:t>
          </a:r>
          <a:r>
            <a:rPr lang="de-DE" sz="1800" dirty="0" err="1"/>
            <a:t>iTextSharp</a:t>
          </a:r>
          <a:endParaRPr lang="en-US" sz="1800" dirty="0"/>
        </a:p>
      </dgm:t>
    </dgm:pt>
    <dgm:pt modelId="{5C20C8CD-2DE2-43EA-96FB-37F6DF0FA5EB}" type="parTrans" cxnId="{EAE1F932-5A4E-4E07-A2E7-D2A971AE282F}">
      <dgm:prSet/>
      <dgm:spPr/>
      <dgm:t>
        <a:bodyPr/>
        <a:lstStyle/>
        <a:p>
          <a:endParaRPr lang="en-US"/>
        </a:p>
      </dgm:t>
    </dgm:pt>
    <dgm:pt modelId="{BCFC3471-CC8C-451C-B370-EBC3279ED012}" type="sibTrans" cxnId="{EAE1F932-5A4E-4E07-A2E7-D2A971AE282F}">
      <dgm:prSet/>
      <dgm:spPr/>
      <dgm:t>
        <a:bodyPr/>
        <a:lstStyle/>
        <a:p>
          <a:endParaRPr lang="en-US"/>
        </a:p>
      </dgm:t>
    </dgm:pt>
    <dgm:pt modelId="{0D9D0CC2-A49F-41D1-A4E4-64980EEA937D}">
      <dgm:prSet/>
      <dgm:spPr/>
      <dgm:t>
        <a:bodyPr/>
        <a:lstStyle/>
        <a:p>
          <a:r>
            <a:rPr lang="de-DE" sz="1800"/>
            <a:t>CSV‑Export über .NET‑Bibliotheken</a:t>
          </a:r>
          <a:endParaRPr lang="en-US" sz="1800"/>
        </a:p>
      </dgm:t>
    </dgm:pt>
    <dgm:pt modelId="{E1697FCE-A1F6-4E78-9C87-C05ADC2ECC2B}" type="parTrans" cxnId="{2E3D4329-6B4F-4B0F-BC4F-A13D16CEE63D}">
      <dgm:prSet/>
      <dgm:spPr/>
      <dgm:t>
        <a:bodyPr/>
        <a:lstStyle/>
        <a:p>
          <a:endParaRPr lang="en-US"/>
        </a:p>
      </dgm:t>
    </dgm:pt>
    <dgm:pt modelId="{4B8184E2-2A44-4F86-8C6D-8D60A4DB8746}" type="sibTrans" cxnId="{2E3D4329-6B4F-4B0F-BC4F-A13D16CEE63D}">
      <dgm:prSet/>
      <dgm:spPr/>
      <dgm:t>
        <a:bodyPr/>
        <a:lstStyle/>
        <a:p>
          <a:endParaRPr lang="en-US"/>
        </a:p>
      </dgm:t>
    </dgm:pt>
    <dgm:pt modelId="{2D04E7CF-A478-4946-8BA1-484DAA3B8116}" type="pres">
      <dgm:prSet presAssocID="{62BBFB5D-BB68-4C4D-B76F-D6B783F33938}" presName="diagram" presStyleCnt="0">
        <dgm:presLayoutVars>
          <dgm:dir/>
          <dgm:resizeHandles val="exact"/>
        </dgm:presLayoutVars>
      </dgm:prSet>
      <dgm:spPr/>
    </dgm:pt>
    <dgm:pt modelId="{C9393D4E-BA5D-43D9-A185-60644F6311A8}" type="pres">
      <dgm:prSet presAssocID="{E70BD8A7-CF72-4167-97AA-830D8B200531}" presName="node" presStyleLbl="node1" presStyleIdx="0" presStyleCnt="4">
        <dgm:presLayoutVars>
          <dgm:bulletEnabled val="1"/>
        </dgm:presLayoutVars>
      </dgm:prSet>
      <dgm:spPr/>
    </dgm:pt>
    <dgm:pt modelId="{6F4499B5-EE15-420A-B6D7-3BD619B470C8}" type="pres">
      <dgm:prSet presAssocID="{3BBBEC86-04A2-48CC-9134-2D93CD682B67}" presName="sibTrans" presStyleCnt="0"/>
      <dgm:spPr/>
    </dgm:pt>
    <dgm:pt modelId="{08A3249C-C83B-48EF-A3CA-8B1522E78019}" type="pres">
      <dgm:prSet presAssocID="{CBDF6F3D-3D9D-4BA2-A926-946004B28210}" presName="node" presStyleLbl="node1" presStyleIdx="1" presStyleCnt="4">
        <dgm:presLayoutVars>
          <dgm:bulletEnabled val="1"/>
        </dgm:presLayoutVars>
      </dgm:prSet>
      <dgm:spPr/>
    </dgm:pt>
    <dgm:pt modelId="{FDCFE003-E9F2-43DB-9ABD-F46487611DA2}" type="pres">
      <dgm:prSet presAssocID="{0FA8D237-4F4D-4BA6-A8F8-E1A394F5DAED}" presName="sibTrans" presStyleCnt="0"/>
      <dgm:spPr/>
    </dgm:pt>
    <dgm:pt modelId="{9B54F777-FF1F-4CD0-93FA-E3A0E5E8A872}" type="pres">
      <dgm:prSet presAssocID="{8477D356-EA0F-4CAC-9551-AEF929317E84}" presName="node" presStyleLbl="node1" presStyleIdx="2" presStyleCnt="4">
        <dgm:presLayoutVars>
          <dgm:bulletEnabled val="1"/>
        </dgm:presLayoutVars>
      </dgm:prSet>
      <dgm:spPr/>
    </dgm:pt>
    <dgm:pt modelId="{B00F9BC6-BAAA-4139-91A5-C58806F72739}" type="pres">
      <dgm:prSet presAssocID="{3D6012B9-12EF-4238-9F56-17F1F6A42C72}" presName="sibTrans" presStyleCnt="0"/>
      <dgm:spPr/>
    </dgm:pt>
    <dgm:pt modelId="{443631E7-CDE9-4D5A-92CB-CF2F6AB07B17}" type="pres">
      <dgm:prSet presAssocID="{4A59FC4D-93EB-44EE-ABB1-335D68D31D8F}" presName="node" presStyleLbl="node1" presStyleIdx="3" presStyleCnt="4">
        <dgm:presLayoutVars>
          <dgm:bulletEnabled val="1"/>
        </dgm:presLayoutVars>
      </dgm:prSet>
      <dgm:spPr/>
    </dgm:pt>
  </dgm:ptLst>
  <dgm:cxnLst>
    <dgm:cxn modelId="{D0B07407-11EA-4359-9FE6-9516C64BF535}" type="presOf" srcId="{5CD4AC3B-E17A-4F29-9E4C-5D529ED7E487}" destId="{9B54F777-FF1F-4CD0-93FA-E3A0E5E8A872}" srcOrd="0" destOrd="1" presId="urn:microsoft.com/office/officeart/2005/8/layout/default"/>
    <dgm:cxn modelId="{AF16D00E-A770-49B3-97A5-FB9FD736EE4A}" type="presOf" srcId="{EA0053E1-4EDA-49EB-9DAD-7FDEA5701315}" destId="{443631E7-CDE9-4D5A-92CB-CF2F6AB07B17}" srcOrd="0" destOrd="1" presId="urn:microsoft.com/office/officeart/2005/8/layout/default"/>
    <dgm:cxn modelId="{E6DED510-B9FD-4105-90A6-C45B2AEA07CF}" type="presOf" srcId="{D5ABBDD6-1E04-47CF-9CA2-C3D3BDD82D03}" destId="{9B54F777-FF1F-4CD0-93FA-E3A0E5E8A872}" srcOrd="0" destOrd="2" presId="urn:microsoft.com/office/officeart/2005/8/layout/default"/>
    <dgm:cxn modelId="{68B40614-695E-4E90-9D21-BCAC712BCEEB}" type="presOf" srcId="{0D9D0CC2-A49F-41D1-A4E4-64980EEA937D}" destId="{443631E7-CDE9-4D5A-92CB-CF2F6AB07B17}" srcOrd="0" destOrd="2" presId="urn:microsoft.com/office/officeart/2005/8/layout/default"/>
    <dgm:cxn modelId="{2B22CA20-8338-4883-8336-B06F87B1DF16}" srcId="{5CD4AC3B-E17A-4F29-9E4C-5D529ED7E487}" destId="{85BA8733-172B-4D36-ACCB-6314A1754AD5}" srcOrd="1" destOrd="0" parTransId="{06D7440F-FE0B-4E56-8606-04B50B31D222}" sibTransId="{97909AEC-4372-4875-8311-D10F21317AA7}"/>
    <dgm:cxn modelId="{62598126-7859-41B0-A52D-564669B1B90A}" srcId="{62BBFB5D-BB68-4C4D-B76F-D6B783F33938}" destId="{CBDF6F3D-3D9D-4BA2-A926-946004B28210}" srcOrd="1" destOrd="0" parTransId="{D9555C8E-0087-4617-9D5F-D1F3C504F678}" sibTransId="{0FA8D237-4F4D-4BA6-A8F8-E1A394F5DAED}"/>
    <dgm:cxn modelId="{2E3D4329-6B4F-4B0F-BC4F-A13D16CEE63D}" srcId="{4A59FC4D-93EB-44EE-ABB1-335D68D31D8F}" destId="{0D9D0CC2-A49F-41D1-A4E4-64980EEA937D}" srcOrd="1" destOrd="0" parTransId="{E1697FCE-A1F6-4E78-9C87-C05ADC2ECC2B}" sibTransId="{4B8184E2-2A44-4F86-8C6D-8D60A4DB8746}"/>
    <dgm:cxn modelId="{02D3382E-6D50-478B-A018-4456224817BE}" type="presOf" srcId="{62BBFB5D-BB68-4C4D-B76F-D6B783F33938}" destId="{2D04E7CF-A478-4946-8BA1-484DAA3B8116}" srcOrd="0" destOrd="0" presId="urn:microsoft.com/office/officeart/2005/8/layout/default"/>
    <dgm:cxn modelId="{EAE1F932-5A4E-4E07-A2E7-D2A971AE282F}" srcId="{4A59FC4D-93EB-44EE-ABB1-335D68D31D8F}" destId="{EA0053E1-4EDA-49EB-9DAD-7FDEA5701315}" srcOrd="0" destOrd="0" parTransId="{5C20C8CD-2DE2-43EA-96FB-37F6DF0FA5EB}" sibTransId="{BCFC3471-CC8C-451C-B370-EBC3279ED012}"/>
    <dgm:cxn modelId="{81F9DB36-107F-400E-9995-53C2EF0968E0}" srcId="{E70BD8A7-CF72-4167-97AA-830D8B200531}" destId="{1AA6596A-3C0D-44E8-AF08-156A4B5C1FC3}" srcOrd="0" destOrd="0" parTransId="{EB7A1C8B-B52C-4CA0-A46E-A5062BEC16DC}" sibTransId="{D41851BF-D2B1-4D57-AA7B-9F7CCCD6B7DA}"/>
    <dgm:cxn modelId="{8F54EF3D-7406-4D66-ABE3-E352F76DEA71}" type="presOf" srcId="{1AA6596A-3C0D-44E8-AF08-156A4B5C1FC3}" destId="{C9393D4E-BA5D-43D9-A185-60644F6311A8}" srcOrd="0" destOrd="1" presId="urn:microsoft.com/office/officeart/2005/8/layout/default"/>
    <dgm:cxn modelId="{CBB4C645-4158-4E82-9682-11DE3C1A436F}" type="presOf" srcId="{B7D92576-F753-4B54-A8F4-149E2CA4FDBA}" destId="{C9393D4E-BA5D-43D9-A185-60644F6311A8}" srcOrd="0" destOrd="3" presId="urn:microsoft.com/office/officeart/2005/8/layout/default"/>
    <dgm:cxn modelId="{A946FF46-92D8-4DC8-9753-95C1F07ED7AD}" srcId="{8477D356-EA0F-4CAC-9551-AEF929317E84}" destId="{5CD4AC3B-E17A-4F29-9E4C-5D529ED7E487}" srcOrd="0" destOrd="0" parTransId="{133CFA1B-4D68-4B3D-BBAA-A14F3459FD69}" sibTransId="{F66B7D73-F399-4242-80F0-229A2CAFA50F}"/>
    <dgm:cxn modelId="{E36DDB69-74C0-4F22-8E6F-880CDB354DA3}" srcId="{62BBFB5D-BB68-4C4D-B76F-D6B783F33938}" destId="{4A59FC4D-93EB-44EE-ABB1-335D68D31D8F}" srcOrd="3" destOrd="0" parTransId="{45894C8B-07A6-451E-BC6E-55F424D7CAE2}" sibTransId="{1BFFAEA0-E242-475B-94D1-FBC5BDAFFF81}"/>
    <dgm:cxn modelId="{50CA716A-D96B-4A84-A9F1-4236D6CE7CC4}" srcId="{CBDF6F3D-3D9D-4BA2-A926-946004B28210}" destId="{CCE347C3-B2F9-4004-A183-FE82B1EF73C0}" srcOrd="2" destOrd="0" parTransId="{7D2AB1DF-B22C-4B06-8D6C-4FFEB144B49D}" sibTransId="{83CD311C-3C2D-4805-85F0-52B6CC3AAC9A}"/>
    <dgm:cxn modelId="{A6493C4D-9994-4843-BC01-1AD772167A8A}" type="presOf" srcId="{CCE347C3-B2F9-4004-A183-FE82B1EF73C0}" destId="{08A3249C-C83B-48EF-A3CA-8B1522E78019}" srcOrd="0" destOrd="3" presId="urn:microsoft.com/office/officeart/2005/8/layout/default"/>
    <dgm:cxn modelId="{03FA484D-37FB-469C-A43B-23349E22656B}" srcId="{E70BD8A7-CF72-4167-97AA-830D8B200531}" destId="{B7D92576-F753-4B54-A8F4-149E2CA4FDBA}" srcOrd="2" destOrd="0" parTransId="{87F1B397-0928-474C-A8E5-CA29CFF2D66A}" sibTransId="{3DEB76E6-D455-4390-91CC-FED0B07CEFEA}"/>
    <dgm:cxn modelId="{FB101655-7DEB-4336-9191-2A0076303320}" type="presOf" srcId="{AE8E4180-8973-43A4-B932-9BA6221EDD66}" destId="{08A3249C-C83B-48EF-A3CA-8B1522E78019}" srcOrd="0" destOrd="1" presId="urn:microsoft.com/office/officeart/2005/8/layout/default"/>
    <dgm:cxn modelId="{32035356-5FBC-422C-B389-1882942443CB}" type="presOf" srcId="{85BA8733-172B-4D36-ACCB-6314A1754AD5}" destId="{9B54F777-FF1F-4CD0-93FA-E3A0E5E8A872}" srcOrd="0" destOrd="3" presId="urn:microsoft.com/office/officeart/2005/8/layout/default"/>
    <dgm:cxn modelId="{2AA60B58-70EC-4105-93D8-DF6A8DAC7761}" srcId="{62BBFB5D-BB68-4C4D-B76F-D6B783F33938}" destId="{E70BD8A7-CF72-4167-97AA-830D8B200531}" srcOrd="0" destOrd="0" parTransId="{EAA72B11-D9C1-4C9C-B182-BE8E348D80F1}" sibTransId="{3BBBEC86-04A2-48CC-9134-2D93CD682B67}"/>
    <dgm:cxn modelId="{20F42F7B-E1C0-4DBF-A5DD-7FBCCF8177B1}" type="presOf" srcId="{8477D356-EA0F-4CAC-9551-AEF929317E84}" destId="{9B54F777-FF1F-4CD0-93FA-E3A0E5E8A872}" srcOrd="0" destOrd="0" presId="urn:microsoft.com/office/officeart/2005/8/layout/default"/>
    <dgm:cxn modelId="{E8F8467B-BA1E-43D8-B382-72A23C536CC6}" srcId="{5CD4AC3B-E17A-4F29-9E4C-5D529ED7E487}" destId="{D5ABBDD6-1E04-47CF-9CA2-C3D3BDD82D03}" srcOrd="0" destOrd="0" parTransId="{FF19CAFC-E717-4DE0-B52E-F0E0B25D52FB}" sibTransId="{0B4428C1-E937-4B09-B73F-379BADEE014B}"/>
    <dgm:cxn modelId="{1481C897-CA12-4A47-95F6-2EA470FDFEBD}" type="presOf" srcId="{E70BD8A7-CF72-4167-97AA-830D8B200531}" destId="{C9393D4E-BA5D-43D9-A185-60644F6311A8}" srcOrd="0" destOrd="0" presId="urn:microsoft.com/office/officeart/2005/8/layout/default"/>
    <dgm:cxn modelId="{8906D5A5-1606-4452-84A6-804A621277D2}" type="presOf" srcId="{CD4DFD8A-07DB-42AB-B144-876F693486EB}" destId="{9B54F777-FF1F-4CD0-93FA-E3A0E5E8A872}" srcOrd="0" destOrd="4" presId="urn:microsoft.com/office/officeart/2005/8/layout/default"/>
    <dgm:cxn modelId="{7A77BCB6-814D-4812-A499-B615E93B2203}" srcId="{CBDF6F3D-3D9D-4BA2-A926-946004B28210}" destId="{AE8E4180-8973-43A4-B932-9BA6221EDD66}" srcOrd="0" destOrd="0" parTransId="{A091EA94-7D0D-46BE-B73D-4FD8D452EC68}" sibTransId="{402ACFAA-809B-498F-AAB2-FA39B4777C93}"/>
    <dgm:cxn modelId="{AA9EFAB6-ACE6-4E8E-AB15-3494BDAFF187}" srcId="{E70BD8A7-CF72-4167-97AA-830D8B200531}" destId="{F9F0548B-20C8-4635-91D9-6EE338626A7B}" srcOrd="1" destOrd="0" parTransId="{48073122-7625-44E1-AE87-E9FA3CD94787}" sibTransId="{CA3E4DAB-A049-4D2B-8A3A-C445BCAB9E74}"/>
    <dgm:cxn modelId="{1BD67DC7-BE90-4957-A6AA-03F2BC227978}" type="presOf" srcId="{CBDF6F3D-3D9D-4BA2-A926-946004B28210}" destId="{08A3249C-C83B-48EF-A3CA-8B1522E78019}" srcOrd="0" destOrd="0" presId="urn:microsoft.com/office/officeart/2005/8/layout/default"/>
    <dgm:cxn modelId="{C5FE26CF-9561-4406-B2BD-FBBAF32D4335}" type="presOf" srcId="{2B870695-78CF-4852-BF52-D68D41A4C24C}" destId="{08A3249C-C83B-48EF-A3CA-8B1522E78019}" srcOrd="0" destOrd="2" presId="urn:microsoft.com/office/officeart/2005/8/layout/default"/>
    <dgm:cxn modelId="{B0DDFEDB-023D-448E-8B7A-C379E550AC8E}" type="presOf" srcId="{4A59FC4D-93EB-44EE-ABB1-335D68D31D8F}" destId="{443631E7-CDE9-4D5A-92CB-CF2F6AB07B17}" srcOrd="0" destOrd="0" presId="urn:microsoft.com/office/officeart/2005/8/layout/default"/>
    <dgm:cxn modelId="{DC498DE2-DBD3-4E6C-A494-C1F0F3DCF756}" srcId="{5CD4AC3B-E17A-4F29-9E4C-5D529ED7E487}" destId="{CD4DFD8A-07DB-42AB-B144-876F693486EB}" srcOrd="2" destOrd="0" parTransId="{C7D5E5FF-BBF9-43BC-8B0B-81AB8C079662}" sibTransId="{538CFD4C-AFED-4CDF-B143-BBBFF2B2919B}"/>
    <dgm:cxn modelId="{6B551CE8-5F3F-4EDE-85F5-B94FAA2F35B5}" srcId="{62BBFB5D-BB68-4C4D-B76F-D6B783F33938}" destId="{8477D356-EA0F-4CAC-9551-AEF929317E84}" srcOrd="2" destOrd="0" parTransId="{7A05FAC8-07A3-45FE-9474-38879F334166}" sibTransId="{3D6012B9-12EF-4238-9F56-17F1F6A42C72}"/>
    <dgm:cxn modelId="{B773F8F1-4F1E-4499-AB5C-E981D8E7E54A}" type="presOf" srcId="{F9F0548B-20C8-4635-91D9-6EE338626A7B}" destId="{C9393D4E-BA5D-43D9-A185-60644F6311A8}" srcOrd="0" destOrd="2" presId="urn:microsoft.com/office/officeart/2005/8/layout/default"/>
    <dgm:cxn modelId="{819D0EF9-59CF-4A6E-9B86-C3EF33FD2CD2}" srcId="{CBDF6F3D-3D9D-4BA2-A926-946004B28210}" destId="{2B870695-78CF-4852-BF52-D68D41A4C24C}" srcOrd="1" destOrd="0" parTransId="{941A5C12-A3D6-42B1-A684-F5B295065AA0}" sibTransId="{A6F75E3D-4CF3-43CD-9842-3CEC09C5994B}"/>
    <dgm:cxn modelId="{4279B022-34B6-49DF-9A95-C9068E23216A}" type="presParOf" srcId="{2D04E7CF-A478-4946-8BA1-484DAA3B8116}" destId="{C9393D4E-BA5D-43D9-A185-60644F6311A8}" srcOrd="0" destOrd="0" presId="urn:microsoft.com/office/officeart/2005/8/layout/default"/>
    <dgm:cxn modelId="{46DD54B9-A14E-409C-8F74-68BD0D9367AD}" type="presParOf" srcId="{2D04E7CF-A478-4946-8BA1-484DAA3B8116}" destId="{6F4499B5-EE15-420A-B6D7-3BD619B470C8}" srcOrd="1" destOrd="0" presId="urn:microsoft.com/office/officeart/2005/8/layout/default"/>
    <dgm:cxn modelId="{BDCA6082-A810-487D-A858-4DF2747B7A5C}" type="presParOf" srcId="{2D04E7CF-A478-4946-8BA1-484DAA3B8116}" destId="{08A3249C-C83B-48EF-A3CA-8B1522E78019}" srcOrd="2" destOrd="0" presId="urn:microsoft.com/office/officeart/2005/8/layout/default"/>
    <dgm:cxn modelId="{58331BCC-444E-4124-893F-22393393CCD3}" type="presParOf" srcId="{2D04E7CF-A478-4946-8BA1-484DAA3B8116}" destId="{FDCFE003-E9F2-43DB-9ABD-F46487611DA2}" srcOrd="3" destOrd="0" presId="urn:microsoft.com/office/officeart/2005/8/layout/default"/>
    <dgm:cxn modelId="{C0D70866-7C47-45C5-AD95-78907C877FAC}" type="presParOf" srcId="{2D04E7CF-A478-4946-8BA1-484DAA3B8116}" destId="{9B54F777-FF1F-4CD0-93FA-E3A0E5E8A872}" srcOrd="4" destOrd="0" presId="urn:microsoft.com/office/officeart/2005/8/layout/default"/>
    <dgm:cxn modelId="{13F9C70A-C4D9-4A1B-B5E9-1D2163084D3D}" type="presParOf" srcId="{2D04E7CF-A478-4946-8BA1-484DAA3B8116}" destId="{B00F9BC6-BAAA-4139-91A5-C58806F72739}" srcOrd="5" destOrd="0" presId="urn:microsoft.com/office/officeart/2005/8/layout/default"/>
    <dgm:cxn modelId="{61BB65F4-C64E-419F-AB6D-AAFCF85A78D8}" type="presParOf" srcId="{2D04E7CF-A478-4946-8BA1-484DAA3B8116}" destId="{443631E7-CDE9-4D5A-92CB-CF2F6AB07B1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9CD0B7-F4DB-4791-9DEC-D95B7B3E2CBC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EFC5BAC3-5669-4298-8E00-B3E23FDE5274}">
      <dgm:prSet/>
      <dgm:spPr/>
      <dgm:t>
        <a:bodyPr/>
        <a:lstStyle/>
        <a:p>
          <a:r>
            <a:rPr lang="de-DE"/>
            <a:t>Log‑AnalyzerEinlesen der Logdateien über StreamReaderRegex‑basierte Extraktion von Timestamp, Severity, Quelle und NachrichtLINQ‑Filter für schnelle AnalyseÜbergabe markierter Einträge zur Bug‑Erstellung</a:t>
          </a:r>
          <a:endParaRPr lang="en-US"/>
        </a:p>
      </dgm:t>
    </dgm:pt>
    <dgm:pt modelId="{774E675C-0E85-4B60-B0D7-33B18B0969E9}" type="parTrans" cxnId="{8487211B-E807-40FA-8D08-FE12BC1354DB}">
      <dgm:prSet/>
      <dgm:spPr/>
      <dgm:t>
        <a:bodyPr/>
        <a:lstStyle/>
        <a:p>
          <a:endParaRPr lang="en-US"/>
        </a:p>
      </dgm:t>
    </dgm:pt>
    <dgm:pt modelId="{527EECDF-2438-46C3-9B18-F60B69E7B0D7}" type="sibTrans" cxnId="{8487211B-E807-40FA-8D08-FE12BC1354DB}">
      <dgm:prSet/>
      <dgm:spPr/>
      <dgm:t>
        <a:bodyPr/>
        <a:lstStyle/>
        <a:p>
          <a:endParaRPr lang="en-US"/>
        </a:p>
      </dgm:t>
    </dgm:pt>
    <dgm:pt modelId="{820D4D6C-EE05-4D14-A6C4-3FCA6509748D}">
      <dgm:prSet/>
      <dgm:spPr/>
      <dgm:t>
        <a:bodyPr/>
        <a:lstStyle/>
        <a:p>
          <a:r>
            <a:rPr lang="de-DE"/>
            <a:t>Bugtracking‑ModulTickets erstellen, bearbeiten, filternSpeicherung in SQLite (lokale verschlüsselte DB)Export als CSV &amp; PDFRollenabhängige Berechtigungen</a:t>
          </a:r>
          <a:endParaRPr lang="en-US"/>
        </a:p>
      </dgm:t>
    </dgm:pt>
    <dgm:pt modelId="{549239A2-696F-4CFD-9C28-DC4933E3D011}" type="parTrans" cxnId="{881E01D9-E335-4690-A22D-EA997A7AC356}">
      <dgm:prSet/>
      <dgm:spPr/>
      <dgm:t>
        <a:bodyPr/>
        <a:lstStyle/>
        <a:p>
          <a:endParaRPr lang="en-US"/>
        </a:p>
      </dgm:t>
    </dgm:pt>
    <dgm:pt modelId="{9FFE603A-76A3-4684-B438-8EC073CB532D}" type="sibTrans" cxnId="{881E01D9-E335-4690-A22D-EA997A7AC356}">
      <dgm:prSet/>
      <dgm:spPr/>
      <dgm:t>
        <a:bodyPr/>
        <a:lstStyle/>
        <a:p>
          <a:endParaRPr lang="en-US"/>
        </a:p>
      </dgm:t>
    </dgm:pt>
    <dgm:pt modelId="{F784376F-D38B-411D-90E1-C01C6DDADD60}">
      <dgm:prSet/>
      <dgm:spPr/>
      <dgm:t>
        <a:bodyPr/>
        <a:lstStyle/>
        <a:p>
          <a:r>
            <a:rPr lang="de-DE"/>
            <a:t>BenutzerverwaltungLogin mit Benutzername/PasswortPasswort‑Hashing für sichere SpeicherungRollen: Admin, Entwickler, TesterSteuerung der Rechte über Rollenzuweisung</a:t>
          </a:r>
          <a:endParaRPr lang="en-US"/>
        </a:p>
      </dgm:t>
    </dgm:pt>
    <dgm:pt modelId="{6FEEBC6D-9A77-46D1-981D-1BDDA7A19D01}" type="parTrans" cxnId="{9E03542B-036E-412F-8AE2-BC5C87B6CFFD}">
      <dgm:prSet/>
      <dgm:spPr/>
      <dgm:t>
        <a:bodyPr/>
        <a:lstStyle/>
        <a:p>
          <a:endParaRPr lang="en-US"/>
        </a:p>
      </dgm:t>
    </dgm:pt>
    <dgm:pt modelId="{BC963786-3DD7-44F7-B2D8-5D519FB9BE9E}" type="sibTrans" cxnId="{9E03542B-036E-412F-8AE2-BC5C87B6CFFD}">
      <dgm:prSet/>
      <dgm:spPr/>
      <dgm:t>
        <a:bodyPr/>
        <a:lstStyle/>
        <a:p>
          <a:endParaRPr lang="en-US"/>
        </a:p>
      </dgm:t>
    </dgm:pt>
    <dgm:pt modelId="{416E065F-B93A-4C78-B9E0-7A90F2CA9E31}" type="pres">
      <dgm:prSet presAssocID="{D89CD0B7-F4DB-4791-9DEC-D95B7B3E2CBC}" presName="CompostProcess" presStyleCnt="0">
        <dgm:presLayoutVars>
          <dgm:dir/>
          <dgm:resizeHandles val="exact"/>
        </dgm:presLayoutVars>
      </dgm:prSet>
      <dgm:spPr/>
    </dgm:pt>
    <dgm:pt modelId="{40FA856F-4EF0-47DF-8D39-361070608DBC}" type="pres">
      <dgm:prSet presAssocID="{D89CD0B7-F4DB-4791-9DEC-D95B7B3E2CBC}" presName="arrow" presStyleLbl="bgShp" presStyleIdx="0" presStyleCnt="1"/>
      <dgm:spPr/>
    </dgm:pt>
    <dgm:pt modelId="{A660D7B4-FB62-48A7-90F8-BA5E30920822}" type="pres">
      <dgm:prSet presAssocID="{D89CD0B7-F4DB-4791-9DEC-D95B7B3E2CBC}" presName="linearProcess" presStyleCnt="0"/>
      <dgm:spPr/>
    </dgm:pt>
    <dgm:pt modelId="{1025D634-FC0A-4B4E-8CBC-83F6AD1C0FDA}" type="pres">
      <dgm:prSet presAssocID="{EFC5BAC3-5669-4298-8E00-B3E23FDE5274}" presName="textNode" presStyleLbl="node1" presStyleIdx="0" presStyleCnt="3">
        <dgm:presLayoutVars>
          <dgm:bulletEnabled val="1"/>
        </dgm:presLayoutVars>
      </dgm:prSet>
      <dgm:spPr/>
    </dgm:pt>
    <dgm:pt modelId="{ED569DFE-956F-431B-83D6-70BB379E4821}" type="pres">
      <dgm:prSet presAssocID="{527EECDF-2438-46C3-9B18-F60B69E7B0D7}" presName="sibTrans" presStyleCnt="0"/>
      <dgm:spPr/>
    </dgm:pt>
    <dgm:pt modelId="{AB687F80-1C50-49E6-BEA9-53DA4C61FFE5}" type="pres">
      <dgm:prSet presAssocID="{820D4D6C-EE05-4D14-A6C4-3FCA6509748D}" presName="textNode" presStyleLbl="node1" presStyleIdx="1" presStyleCnt="3">
        <dgm:presLayoutVars>
          <dgm:bulletEnabled val="1"/>
        </dgm:presLayoutVars>
      </dgm:prSet>
      <dgm:spPr/>
    </dgm:pt>
    <dgm:pt modelId="{4E9D7329-77A9-417A-A668-5602BE796460}" type="pres">
      <dgm:prSet presAssocID="{9FFE603A-76A3-4684-B438-8EC073CB532D}" presName="sibTrans" presStyleCnt="0"/>
      <dgm:spPr/>
    </dgm:pt>
    <dgm:pt modelId="{860A744C-DCC6-41A2-BD81-9550939B9884}" type="pres">
      <dgm:prSet presAssocID="{F784376F-D38B-411D-90E1-C01C6DDADD60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3632E613-3019-4C84-9F25-15267D4FB812}" type="presOf" srcId="{D89CD0B7-F4DB-4791-9DEC-D95B7B3E2CBC}" destId="{416E065F-B93A-4C78-B9E0-7A90F2CA9E31}" srcOrd="0" destOrd="0" presId="urn:microsoft.com/office/officeart/2005/8/layout/hProcess9"/>
    <dgm:cxn modelId="{8487211B-E807-40FA-8D08-FE12BC1354DB}" srcId="{D89CD0B7-F4DB-4791-9DEC-D95B7B3E2CBC}" destId="{EFC5BAC3-5669-4298-8E00-B3E23FDE5274}" srcOrd="0" destOrd="0" parTransId="{774E675C-0E85-4B60-B0D7-33B18B0969E9}" sibTransId="{527EECDF-2438-46C3-9B18-F60B69E7B0D7}"/>
    <dgm:cxn modelId="{9E03542B-036E-412F-8AE2-BC5C87B6CFFD}" srcId="{D89CD0B7-F4DB-4791-9DEC-D95B7B3E2CBC}" destId="{F784376F-D38B-411D-90E1-C01C6DDADD60}" srcOrd="2" destOrd="0" parTransId="{6FEEBC6D-9A77-46D1-981D-1BDDA7A19D01}" sibTransId="{BC963786-3DD7-44F7-B2D8-5D519FB9BE9E}"/>
    <dgm:cxn modelId="{0574343B-2C11-4D68-B85C-9B9C766016C7}" type="presOf" srcId="{EFC5BAC3-5669-4298-8E00-B3E23FDE5274}" destId="{1025D634-FC0A-4B4E-8CBC-83F6AD1C0FDA}" srcOrd="0" destOrd="0" presId="urn:microsoft.com/office/officeart/2005/8/layout/hProcess9"/>
    <dgm:cxn modelId="{38EC1252-6F87-4465-8A63-D42645F75D47}" type="presOf" srcId="{820D4D6C-EE05-4D14-A6C4-3FCA6509748D}" destId="{AB687F80-1C50-49E6-BEA9-53DA4C61FFE5}" srcOrd="0" destOrd="0" presId="urn:microsoft.com/office/officeart/2005/8/layout/hProcess9"/>
    <dgm:cxn modelId="{2C09BCB0-4B69-4ACD-9622-E0CA1C31762E}" type="presOf" srcId="{F784376F-D38B-411D-90E1-C01C6DDADD60}" destId="{860A744C-DCC6-41A2-BD81-9550939B9884}" srcOrd="0" destOrd="0" presId="urn:microsoft.com/office/officeart/2005/8/layout/hProcess9"/>
    <dgm:cxn modelId="{881E01D9-E335-4690-A22D-EA997A7AC356}" srcId="{D89CD0B7-F4DB-4791-9DEC-D95B7B3E2CBC}" destId="{820D4D6C-EE05-4D14-A6C4-3FCA6509748D}" srcOrd="1" destOrd="0" parTransId="{549239A2-696F-4CFD-9C28-DC4933E3D011}" sibTransId="{9FFE603A-76A3-4684-B438-8EC073CB532D}"/>
    <dgm:cxn modelId="{D83FF6DE-9793-4E81-B155-DB451A0E3C83}" type="presParOf" srcId="{416E065F-B93A-4C78-B9E0-7A90F2CA9E31}" destId="{40FA856F-4EF0-47DF-8D39-361070608DBC}" srcOrd="0" destOrd="0" presId="urn:microsoft.com/office/officeart/2005/8/layout/hProcess9"/>
    <dgm:cxn modelId="{E8732BED-2B7C-4A11-B50C-4137F616C0E5}" type="presParOf" srcId="{416E065F-B93A-4C78-B9E0-7A90F2CA9E31}" destId="{A660D7B4-FB62-48A7-90F8-BA5E30920822}" srcOrd="1" destOrd="0" presId="urn:microsoft.com/office/officeart/2005/8/layout/hProcess9"/>
    <dgm:cxn modelId="{32D7B855-1E32-43AB-BB32-4463E8CCD044}" type="presParOf" srcId="{A660D7B4-FB62-48A7-90F8-BA5E30920822}" destId="{1025D634-FC0A-4B4E-8CBC-83F6AD1C0FDA}" srcOrd="0" destOrd="0" presId="urn:microsoft.com/office/officeart/2005/8/layout/hProcess9"/>
    <dgm:cxn modelId="{D97BF621-9ABA-46E2-9F56-80CD8DEB9FED}" type="presParOf" srcId="{A660D7B4-FB62-48A7-90F8-BA5E30920822}" destId="{ED569DFE-956F-431B-83D6-70BB379E4821}" srcOrd="1" destOrd="0" presId="urn:microsoft.com/office/officeart/2005/8/layout/hProcess9"/>
    <dgm:cxn modelId="{0C80CC06-3334-4D7D-A830-BD7325D05B3D}" type="presParOf" srcId="{A660D7B4-FB62-48A7-90F8-BA5E30920822}" destId="{AB687F80-1C50-49E6-BEA9-53DA4C61FFE5}" srcOrd="2" destOrd="0" presId="urn:microsoft.com/office/officeart/2005/8/layout/hProcess9"/>
    <dgm:cxn modelId="{E1E01D9C-ED73-4102-80B7-A9E82469C960}" type="presParOf" srcId="{A660D7B4-FB62-48A7-90F8-BA5E30920822}" destId="{4E9D7329-77A9-417A-A668-5602BE796460}" srcOrd="3" destOrd="0" presId="urn:microsoft.com/office/officeart/2005/8/layout/hProcess9"/>
    <dgm:cxn modelId="{82400D78-8446-4531-BF6C-C49CDF95CD55}" type="presParOf" srcId="{A660D7B4-FB62-48A7-90F8-BA5E30920822}" destId="{860A744C-DCC6-41A2-BD81-9550939B988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C19CB90-BC8C-4BEE-8F3B-F04C1389980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B5299EEA-EC44-4975-9048-44A4DF29C9D0}">
      <dgm:prSet/>
      <dgm:spPr/>
      <dgm:t>
        <a:bodyPr/>
        <a:lstStyle/>
        <a:p>
          <a:pPr>
            <a:defRPr b="1"/>
          </a:pPr>
          <a:r>
            <a:rPr lang="de-DE" b="1"/>
            <a:t>Einlesen &amp; Verarbeitung</a:t>
          </a:r>
          <a:endParaRPr lang="en-US"/>
        </a:p>
      </dgm:t>
    </dgm:pt>
    <dgm:pt modelId="{7E93F10E-068A-4AAE-9D38-0E12A3F6C17B}" type="parTrans" cxnId="{0FB81ACF-51BA-431A-9638-0CE069E7ED91}">
      <dgm:prSet/>
      <dgm:spPr/>
      <dgm:t>
        <a:bodyPr/>
        <a:lstStyle/>
        <a:p>
          <a:endParaRPr lang="en-US"/>
        </a:p>
      </dgm:t>
    </dgm:pt>
    <dgm:pt modelId="{FBF69E0E-1D98-4A54-B300-59534F2FA7FB}" type="sibTrans" cxnId="{0FB81ACF-51BA-431A-9638-0CE069E7ED91}">
      <dgm:prSet/>
      <dgm:spPr/>
      <dgm:t>
        <a:bodyPr/>
        <a:lstStyle/>
        <a:p>
          <a:endParaRPr lang="en-US"/>
        </a:p>
      </dgm:t>
    </dgm:pt>
    <dgm:pt modelId="{E9BE8D2A-42F2-4955-B27A-5344D7A292A2}">
      <dgm:prSet/>
      <dgm:spPr/>
      <dgm:t>
        <a:bodyPr/>
        <a:lstStyle/>
        <a:p>
          <a:r>
            <a:rPr lang="de-DE"/>
            <a:t>Unterstützung für </a:t>
          </a:r>
          <a:r>
            <a:rPr lang="de-DE" i="1"/>
            <a:t>.log</a:t>
          </a:r>
          <a:r>
            <a:rPr lang="de-DE"/>
            <a:t> und </a:t>
          </a:r>
          <a:r>
            <a:rPr lang="de-DE" i="1"/>
            <a:t>.txt</a:t>
          </a:r>
          <a:endParaRPr lang="en-US"/>
        </a:p>
      </dgm:t>
    </dgm:pt>
    <dgm:pt modelId="{D13C5435-2700-4DFB-8A36-99ED77D936EB}" type="parTrans" cxnId="{1B733BB7-3457-41EC-BDA6-C62EC75092EF}">
      <dgm:prSet/>
      <dgm:spPr/>
      <dgm:t>
        <a:bodyPr/>
        <a:lstStyle/>
        <a:p>
          <a:endParaRPr lang="en-US"/>
        </a:p>
      </dgm:t>
    </dgm:pt>
    <dgm:pt modelId="{B7D984E6-36F3-4233-8895-2ECA9DF5103B}" type="sibTrans" cxnId="{1B733BB7-3457-41EC-BDA6-C62EC75092EF}">
      <dgm:prSet/>
      <dgm:spPr/>
      <dgm:t>
        <a:bodyPr/>
        <a:lstStyle/>
        <a:p>
          <a:endParaRPr lang="en-US"/>
        </a:p>
      </dgm:t>
    </dgm:pt>
    <dgm:pt modelId="{133A356A-DCA5-49DE-9782-52A5A2A8E98D}">
      <dgm:prSet/>
      <dgm:spPr/>
      <dgm:t>
        <a:bodyPr/>
        <a:lstStyle/>
        <a:p>
          <a:r>
            <a:rPr lang="de-DE"/>
            <a:t>Zeilenweises Einlesen mit </a:t>
          </a:r>
          <a:r>
            <a:rPr lang="de-DE" b="1"/>
            <a:t>StreamReader</a:t>
          </a:r>
          <a:endParaRPr lang="en-US"/>
        </a:p>
      </dgm:t>
    </dgm:pt>
    <dgm:pt modelId="{BAE4B7B1-26D3-4BD2-9FA4-FE0B98F1E956}" type="parTrans" cxnId="{0B6DCDED-B2A0-4BD3-80B8-8DD65D7A79C1}">
      <dgm:prSet/>
      <dgm:spPr/>
      <dgm:t>
        <a:bodyPr/>
        <a:lstStyle/>
        <a:p>
          <a:endParaRPr lang="en-US"/>
        </a:p>
      </dgm:t>
    </dgm:pt>
    <dgm:pt modelId="{75DBDDFA-0DA7-414B-85F8-CBA60A64B8EE}" type="sibTrans" cxnId="{0B6DCDED-B2A0-4BD3-80B8-8DD65D7A79C1}">
      <dgm:prSet/>
      <dgm:spPr/>
      <dgm:t>
        <a:bodyPr/>
        <a:lstStyle/>
        <a:p>
          <a:endParaRPr lang="en-US"/>
        </a:p>
      </dgm:t>
    </dgm:pt>
    <dgm:pt modelId="{180CD2BB-B633-477E-A73E-D4C28B7AC755}">
      <dgm:prSet/>
      <dgm:spPr/>
      <dgm:t>
        <a:bodyPr/>
        <a:lstStyle/>
        <a:p>
          <a:r>
            <a:rPr lang="de-DE"/>
            <a:t>Verarbeitung großer Dateien (10.000+ Zeilen)</a:t>
          </a:r>
          <a:endParaRPr lang="en-US"/>
        </a:p>
      </dgm:t>
    </dgm:pt>
    <dgm:pt modelId="{2CDD56E4-E76B-47A2-AD09-47357474179C}" type="parTrans" cxnId="{3029B462-52F6-4A82-A755-6C465E3E6CA6}">
      <dgm:prSet/>
      <dgm:spPr/>
      <dgm:t>
        <a:bodyPr/>
        <a:lstStyle/>
        <a:p>
          <a:endParaRPr lang="en-US"/>
        </a:p>
      </dgm:t>
    </dgm:pt>
    <dgm:pt modelId="{B634B764-9E6B-479B-9F4F-418409D5C0ED}" type="sibTrans" cxnId="{3029B462-52F6-4A82-A755-6C465E3E6CA6}">
      <dgm:prSet/>
      <dgm:spPr/>
      <dgm:t>
        <a:bodyPr/>
        <a:lstStyle/>
        <a:p>
          <a:endParaRPr lang="en-US"/>
        </a:p>
      </dgm:t>
    </dgm:pt>
    <dgm:pt modelId="{1911E6A4-5BE9-4EA1-8CEE-2576FA1CC438}">
      <dgm:prSet/>
      <dgm:spPr/>
      <dgm:t>
        <a:bodyPr/>
        <a:lstStyle/>
        <a:p>
          <a:r>
            <a:rPr lang="de-DE"/>
            <a:t>Speicherung in strukturierter Liste</a:t>
          </a:r>
          <a:endParaRPr lang="en-US"/>
        </a:p>
      </dgm:t>
    </dgm:pt>
    <dgm:pt modelId="{15A22F63-10B2-4D43-ADE7-8D6DD2C172EF}" type="parTrans" cxnId="{301923EF-F6AD-4DD1-BCC8-75A5CC94073D}">
      <dgm:prSet/>
      <dgm:spPr/>
      <dgm:t>
        <a:bodyPr/>
        <a:lstStyle/>
        <a:p>
          <a:endParaRPr lang="en-US"/>
        </a:p>
      </dgm:t>
    </dgm:pt>
    <dgm:pt modelId="{9748035A-12C9-49E4-BACE-4CD28480EE96}" type="sibTrans" cxnId="{301923EF-F6AD-4DD1-BCC8-75A5CC94073D}">
      <dgm:prSet/>
      <dgm:spPr/>
      <dgm:t>
        <a:bodyPr/>
        <a:lstStyle/>
        <a:p>
          <a:endParaRPr lang="en-US"/>
        </a:p>
      </dgm:t>
    </dgm:pt>
    <dgm:pt modelId="{6F62317D-AC99-4E49-8686-473C5EEA3091}">
      <dgm:prSet/>
      <dgm:spPr/>
      <dgm:t>
        <a:bodyPr/>
        <a:lstStyle/>
        <a:p>
          <a:pPr>
            <a:defRPr b="1"/>
          </a:pPr>
          <a:r>
            <a:rPr lang="de-DE" b="1"/>
            <a:t>Analyse (Parsing)</a:t>
          </a:r>
          <a:endParaRPr lang="en-US"/>
        </a:p>
      </dgm:t>
    </dgm:pt>
    <dgm:pt modelId="{38351A93-49E5-427C-A16A-DEBDCA32889E}" type="parTrans" cxnId="{A90F40F1-C9A8-4AEC-B381-BB2BD0FDD2B3}">
      <dgm:prSet/>
      <dgm:spPr/>
      <dgm:t>
        <a:bodyPr/>
        <a:lstStyle/>
        <a:p>
          <a:endParaRPr lang="en-US"/>
        </a:p>
      </dgm:t>
    </dgm:pt>
    <dgm:pt modelId="{73BAF3D3-4385-4A02-BC78-8754A0F83A40}" type="sibTrans" cxnId="{A90F40F1-C9A8-4AEC-B381-BB2BD0FDD2B3}">
      <dgm:prSet/>
      <dgm:spPr/>
      <dgm:t>
        <a:bodyPr/>
        <a:lstStyle/>
        <a:p>
          <a:endParaRPr lang="en-US"/>
        </a:p>
      </dgm:t>
    </dgm:pt>
    <dgm:pt modelId="{50D6913C-7CFF-4889-9592-0CBFCDB6A9FC}">
      <dgm:prSet/>
      <dgm:spPr/>
      <dgm:t>
        <a:bodyPr/>
        <a:lstStyle/>
        <a:p>
          <a:pPr>
            <a:defRPr b="1"/>
          </a:pPr>
          <a:r>
            <a:rPr lang="de-DE" b="1"/>
            <a:t>Regex‑basierte Extraktion</a:t>
          </a:r>
          <a:r>
            <a:rPr lang="de-DE"/>
            <a:t> von: </a:t>
          </a:r>
          <a:endParaRPr lang="en-US"/>
        </a:p>
      </dgm:t>
    </dgm:pt>
    <dgm:pt modelId="{58F6575A-95AB-4837-B9E3-77E17FBC359B}" type="parTrans" cxnId="{BC3A22C6-1E4A-487A-AAF4-A92ECC77C904}">
      <dgm:prSet/>
      <dgm:spPr/>
      <dgm:t>
        <a:bodyPr/>
        <a:lstStyle/>
        <a:p>
          <a:endParaRPr lang="en-US"/>
        </a:p>
      </dgm:t>
    </dgm:pt>
    <dgm:pt modelId="{FFBC0358-ED17-4528-8EB0-E8D97DF1CD54}" type="sibTrans" cxnId="{BC3A22C6-1E4A-487A-AAF4-A92ECC77C904}">
      <dgm:prSet/>
      <dgm:spPr/>
      <dgm:t>
        <a:bodyPr/>
        <a:lstStyle/>
        <a:p>
          <a:endParaRPr lang="en-US"/>
        </a:p>
      </dgm:t>
    </dgm:pt>
    <dgm:pt modelId="{CBFD7A01-B7BA-4DE2-8D1A-B86B7DECFE15}">
      <dgm:prSet/>
      <dgm:spPr/>
      <dgm:t>
        <a:bodyPr/>
        <a:lstStyle/>
        <a:p>
          <a:r>
            <a:rPr lang="de-DE"/>
            <a:t>Zeitstempel</a:t>
          </a:r>
          <a:endParaRPr lang="en-US"/>
        </a:p>
      </dgm:t>
    </dgm:pt>
    <dgm:pt modelId="{17065FF2-E72E-42EA-83CB-41101D48C2FF}" type="parTrans" cxnId="{7FB4ABF6-9E2F-46A8-B825-F2EE4DEE8209}">
      <dgm:prSet/>
      <dgm:spPr/>
      <dgm:t>
        <a:bodyPr/>
        <a:lstStyle/>
        <a:p>
          <a:endParaRPr lang="en-US"/>
        </a:p>
      </dgm:t>
    </dgm:pt>
    <dgm:pt modelId="{F8B19A7B-C32C-46E6-80E6-62055B2611D9}" type="sibTrans" cxnId="{7FB4ABF6-9E2F-46A8-B825-F2EE4DEE8209}">
      <dgm:prSet/>
      <dgm:spPr/>
      <dgm:t>
        <a:bodyPr/>
        <a:lstStyle/>
        <a:p>
          <a:endParaRPr lang="en-US"/>
        </a:p>
      </dgm:t>
    </dgm:pt>
    <dgm:pt modelId="{D46B5F09-5E93-4C8B-A020-405CB0D66FA1}">
      <dgm:prSet/>
      <dgm:spPr/>
      <dgm:t>
        <a:bodyPr/>
        <a:lstStyle/>
        <a:p>
          <a:r>
            <a:rPr lang="de-DE"/>
            <a:t>Severity (Info / Warning / Error)</a:t>
          </a:r>
          <a:endParaRPr lang="en-US"/>
        </a:p>
      </dgm:t>
    </dgm:pt>
    <dgm:pt modelId="{1E586DB9-DF8C-4DC2-AB16-680BAC71E29E}" type="parTrans" cxnId="{2CEEF565-FF12-403D-8A85-BC9D68C127D9}">
      <dgm:prSet/>
      <dgm:spPr/>
      <dgm:t>
        <a:bodyPr/>
        <a:lstStyle/>
        <a:p>
          <a:endParaRPr lang="en-US"/>
        </a:p>
      </dgm:t>
    </dgm:pt>
    <dgm:pt modelId="{522D8766-A5FD-4358-B3FD-29253983E011}" type="sibTrans" cxnId="{2CEEF565-FF12-403D-8A85-BC9D68C127D9}">
      <dgm:prSet/>
      <dgm:spPr/>
      <dgm:t>
        <a:bodyPr/>
        <a:lstStyle/>
        <a:p>
          <a:endParaRPr lang="en-US"/>
        </a:p>
      </dgm:t>
    </dgm:pt>
    <dgm:pt modelId="{D2BB98BA-0079-4E91-B17C-60B7DA3F01B0}">
      <dgm:prSet/>
      <dgm:spPr/>
      <dgm:t>
        <a:bodyPr/>
        <a:lstStyle/>
        <a:p>
          <a:r>
            <a:rPr lang="de-DE"/>
            <a:t>Quelle / Komponente</a:t>
          </a:r>
          <a:endParaRPr lang="en-US"/>
        </a:p>
      </dgm:t>
    </dgm:pt>
    <dgm:pt modelId="{3CEDD951-1073-4518-91FE-E1504F5B92CD}" type="parTrans" cxnId="{F6C9FECA-629D-4CC2-8995-BC4C5711F04A}">
      <dgm:prSet/>
      <dgm:spPr/>
      <dgm:t>
        <a:bodyPr/>
        <a:lstStyle/>
        <a:p>
          <a:endParaRPr lang="en-US"/>
        </a:p>
      </dgm:t>
    </dgm:pt>
    <dgm:pt modelId="{C51FE731-0AD9-458A-827D-D903BBC9AD86}" type="sibTrans" cxnId="{F6C9FECA-629D-4CC2-8995-BC4C5711F04A}">
      <dgm:prSet/>
      <dgm:spPr/>
      <dgm:t>
        <a:bodyPr/>
        <a:lstStyle/>
        <a:p>
          <a:endParaRPr lang="en-US"/>
        </a:p>
      </dgm:t>
    </dgm:pt>
    <dgm:pt modelId="{1A7E16F5-4532-4A98-93E3-E47E587D94B6}">
      <dgm:prSet/>
      <dgm:spPr/>
      <dgm:t>
        <a:bodyPr/>
        <a:lstStyle/>
        <a:p>
          <a:r>
            <a:rPr lang="de-DE"/>
            <a:t>Nachricht</a:t>
          </a:r>
          <a:endParaRPr lang="en-US"/>
        </a:p>
      </dgm:t>
    </dgm:pt>
    <dgm:pt modelId="{FA09A68D-1CB8-455F-AB61-143A6B2A0240}" type="parTrans" cxnId="{AAB2E7ED-DB7F-4727-9C78-A949C2243DA1}">
      <dgm:prSet/>
      <dgm:spPr/>
      <dgm:t>
        <a:bodyPr/>
        <a:lstStyle/>
        <a:p>
          <a:endParaRPr lang="en-US"/>
        </a:p>
      </dgm:t>
    </dgm:pt>
    <dgm:pt modelId="{AC6E71E1-5EBD-4BFB-B0CC-05205CB78483}" type="sibTrans" cxnId="{AAB2E7ED-DB7F-4727-9C78-A949C2243DA1}">
      <dgm:prSet/>
      <dgm:spPr/>
      <dgm:t>
        <a:bodyPr/>
        <a:lstStyle/>
        <a:p>
          <a:endParaRPr lang="en-US"/>
        </a:p>
      </dgm:t>
    </dgm:pt>
    <dgm:pt modelId="{AED1FA66-5911-43DC-8505-91BFFEC744BA}">
      <dgm:prSet/>
      <dgm:spPr/>
      <dgm:t>
        <a:bodyPr/>
        <a:lstStyle/>
        <a:p>
          <a:pPr>
            <a:defRPr b="1"/>
          </a:pPr>
          <a:r>
            <a:rPr lang="de-DE"/>
            <a:t>Umwandlung in </a:t>
          </a:r>
          <a:r>
            <a:rPr lang="de-DE" b="1"/>
            <a:t>LogEntry‑Objekte</a:t>
          </a:r>
          <a:endParaRPr lang="en-US"/>
        </a:p>
      </dgm:t>
    </dgm:pt>
    <dgm:pt modelId="{EC0ED0A8-910A-40D7-9F4F-F29F0D69F987}" type="parTrans" cxnId="{151DDF77-5BA5-4150-9DBF-E3E783A9604B}">
      <dgm:prSet/>
      <dgm:spPr/>
      <dgm:t>
        <a:bodyPr/>
        <a:lstStyle/>
        <a:p>
          <a:endParaRPr lang="en-US"/>
        </a:p>
      </dgm:t>
    </dgm:pt>
    <dgm:pt modelId="{CE92AC39-FA9E-433C-8FAD-434E176023E1}" type="sibTrans" cxnId="{151DDF77-5BA5-4150-9DBF-E3E783A9604B}">
      <dgm:prSet/>
      <dgm:spPr/>
      <dgm:t>
        <a:bodyPr/>
        <a:lstStyle/>
        <a:p>
          <a:endParaRPr lang="en-US"/>
        </a:p>
      </dgm:t>
    </dgm:pt>
    <dgm:pt modelId="{8E505F05-27B3-426E-A384-034FFA416B6A}" type="pres">
      <dgm:prSet presAssocID="{EC19CB90-BC8C-4BEE-8F3B-F04C13899808}" presName="root" presStyleCnt="0">
        <dgm:presLayoutVars>
          <dgm:dir/>
          <dgm:resizeHandles val="exact"/>
        </dgm:presLayoutVars>
      </dgm:prSet>
      <dgm:spPr/>
    </dgm:pt>
    <dgm:pt modelId="{E8C63890-F90A-401D-958B-9DFDFCABDACD}" type="pres">
      <dgm:prSet presAssocID="{B5299EEA-EC44-4975-9048-44A4DF29C9D0}" presName="compNode" presStyleCnt="0"/>
      <dgm:spPr/>
    </dgm:pt>
    <dgm:pt modelId="{5A7539E7-A440-4FC3-9173-BB5F55A9ABCA}" type="pres">
      <dgm:prSet presAssocID="{B5299EEA-EC44-4975-9048-44A4DF29C9D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BBCB568B-1BCE-44BA-A0FE-E3DDF9C6D36C}" type="pres">
      <dgm:prSet presAssocID="{B5299EEA-EC44-4975-9048-44A4DF29C9D0}" presName="iconSpace" presStyleCnt="0"/>
      <dgm:spPr/>
    </dgm:pt>
    <dgm:pt modelId="{883C7668-2AE5-4C21-9E5E-A6B5722FDC4C}" type="pres">
      <dgm:prSet presAssocID="{B5299EEA-EC44-4975-9048-44A4DF29C9D0}" presName="parTx" presStyleLbl="revTx" presStyleIdx="0" presStyleCnt="8">
        <dgm:presLayoutVars>
          <dgm:chMax val="0"/>
          <dgm:chPref val="0"/>
        </dgm:presLayoutVars>
      </dgm:prSet>
      <dgm:spPr/>
    </dgm:pt>
    <dgm:pt modelId="{7A8D604B-8D35-4CF7-A7AC-96407C25144E}" type="pres">
      <dgm:prSet presAssocID="{B5299EEA-EC44-4975-9048-44A4DF29C9D0}" presName="txSpace" presStyleCnt="0"/>
      <dgm:spPr/>
    </dgm:pt>
    <dgm:pt modelId="{80983F23-4376-4FED-A919-3FF3A5A24B2D}" type="pres">
      <dgm:prSet presAssocID="{B5299EEA-EC44-4975-9048-44A4DF29C9D0}" presName="desTx" presStyleLbl="revTx" presStyleIdx="1" presStyleCnt="8">
        <dgm:presLayoutVars/>
      </dgm:prSet>
      <dgm:spPr/>
    </dgm:pt>
    <dgm:pt modelId="{7FF27AC1-C02B-45A6-89B3-C251702A53F4}" type="pres">
      <dgm:prSet presAssocID="{FBF69E0E-1D98-4A54-B300-59534F2FA7FB}" presName="sibTrans" presStyleCnt="0"/>
      <dgm:spPr/>
    </dgm:pt>
    <dgm:pt modelId="{56790CC0-C765-40EB-8225-4DB3FE3B4743}" type="pres">
      <dgm:prSet presAssocID="{6F62317D-AC99-4E49-8686-473C5EEA3091}" presName="compNode" presStyleCnt="0"/>
      <dgm:spPr/>
    </dgm:pt>
    <dgm:pt modelId="{3BA23846-C655-4555-AA93-E9BA0C1F45F9}" type="pres">
      <dgm:prSet presAssocID="{6F62317D-AC99-4E49-8686-473C5EEA309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ken"/>
        </a:ext>
      </dgm:extLst>
    </dgm:pt>
    <dgm:pt modelId="{A5236425-78E8-4B6E-84CD-2D4AB36FB42A}" type="pres">
      <dgm:prSet presAssocID="{6F62317D-AC99-4E49-8686-473C5EEA3091}" presName="iconSpace" presStyleCnt="0"/>
      <dgm:spPr/>
    </dgm:pt>
    <dgm:pt modelId="{95D1EFA3-3A76-4592-8E9A-7865A88D4D32}" type="pres">
      <dgm:prSet presAssocID="{6F62317D-AC99-4E49-8686-473C5EEA3091}" presName="parTx" presStyleLbl="revTx" presStyleIdx="2" presStyleCnt="8">
        <dgm:presLayoutVars>
          <dgm:chMax val="0"/>
          <dgm:chPref val="0"/>
        </dgm:presLayoutVars>
      </dgm:prSet>
      <dgm:spPr/>
    </dgm:pt>
    <dgm:pt modelId="{F5B52951-D306-4585-AE58-12125FF3A0FD}" type="pres">
      <dgm:prSet presAssocID="{6F62317D-AC99-4E49-8686-473C5EEA3091}" presName="txSpace" presStyleCnt="0"/>
      <dgm:spPr/>
    </dgm:pt>
    <dgm:pt modelId="{A421AE53-1CF2-47DF-B929-85DE63483962}" type="pres">
      <dgm:prSet presAssocID="{6F62317D-AC99-4E49-8686-473C5EEA3091}" presName="desTx" presStyleLbl="revTx" presStyleIdx="3" presStyleCnt="8">
        <dgm:presLayoutVars/>
      </dgm:prSet>
      <dgm:spPr/>
    </dgm:pt>
    <dgm:pt modelId="{CAF9E772-DCF9-4DED-A7F0-FD6B86292335}" type="pres">
      <dgm:prSet presAssocID="{73BAF3D3-4385-4A02-BC78-8754A0F83A40}" presName="sibTrans" presStyleCnt="0"/>
      <dgm:spPr/>
    </dgm:pt>
    <dgm:pt modelId="{8F8972E5-793B-46DA-820B-81BD4E592E67}" type="pres">
      <dgm:prSet presAssocID="{50D6913C-7CFF-4889-9592-0CBFCDB6A9FC}" presName="compNode" presStyleCnt="0"/>
      <dgm:spPr/>
    </dgm:pt>
    <dgm:pt modelId="{C2867F71-685B-4142-8C7E-B6CCC383445F}" type="pres">
      <dgm:prSet presAssocID="{50D6913C-7CFF-4889-9592-0CBFCDB6A9F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281C25DB-29FD-425E-8EFC-C7462BD4FE2F}" type="pres">
      <dgm:prSet presAssocID="{50D6913C-7CFF-4889-9592-0CBFCDB6A9FC}" presName="iconSpace" presStyleCnt="0"/>
      <dgm:spPr/>
    </dgm:pt>
    <dgm:pt modelId="{5725AD28-174A-46C8-AA98-C8987FFCB706}" type="pres">
      <dgm:prSet presAssocID="{50D6913C-7CFF-4889-9592-0CBFCDB6A9FC}" presName="parTx" presStyleLbl="revTx" presStyleIdx="4" presStyleCnt="8">
        <dgm:presLayoutVars>
          <dgm:chMax val="0"/>
          <dgm:chPref val="0"/>
        </dgm:presLayoutVars>
      </dgm:prSet>
      <dgm:spPr/>
    </dgm:pt>
    <dgm:pt modelId="{6CD19143-3581-4A4C-8671-28D7650726A3}" type="pres">
      <dgm:prSet presAssocID="{50D6913C-7CFF-4889-9592-0CBFCDB6A9FC}" presName="txSpace" presStyleCnt="0"/>
      <dgm:spPr/>
    </dgm:pt>
    <dgm:pt modelId="{6588135B-3AF1-4A1D-AC1D-A96262B0C32F}" type="pres">
      <dgm:prSet presAssocID="{50D6913C-7CFF-4889-9592-0CBFCDB6A9FC}" presName="desTx" presStyleLbl="revTx" presStyleIdx="5" presStyleCnt="8">
        <dgm:presLayoutVars/>
      </dgm:prSet>
      <dgm:spPr/>
    </dgm:pt>
    <dgm:pt modelId="{C874537F-9316-401C-BC18-2D2AE547AFD6}" type="pres">
      <dgm:prSet presAssocID="{FFBC0358-ED17-4528-8EB0-E8D97DF1CD54}" presName="sibTrans" presStyleCnt="0"/>
      <dgm:spPr/>
    </dgm:pt>
    <dgm:pt modelId="{F2368135-D31D-462C-9E56-9E60BFD49005}" type="pres">
      <dgm:prSet presAssocID="{AED1FA66-5911-43DC-8505-91BFFEC744BA}" presName="compNode" presStyleCnt="0"/>
      <dgm:spPr/>
    </dgm:pt>
    <dgm:pt modelId="{064268E1-E107-4FB3-B839-FDBCE0797764}" type="pres">
      <dgm:prSet presAssocID="{AED1FA66-5911-43DC-8505-91BFFEC744B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12F6FBB3-F9A1-4978-AD2D-A5C56E341D2D}" type="pres">
      <dgm:prSet presAssocID="{AED1FA66-5911-43DC-8505-91BFFEC744BA}" presName="iconSpace" presStyleCnt="0"/>
      <dgm:spPr/>
    </dgm:pt>
    <dgm:pt modelId="{D3D4C975-0F4D-43A4-971B-52D332E160F1}" type="pres">
      <dgm:prSet presAssocID="{AED1FA66-5911-43DC-8505-91BFFEC744BA}" presName="parTx" presStyleLbl="revTx" presStyleIdx="6" presStyleCnt="8">
        <dgm:presLayoutVars>
          <dgm:chMax val="0"/>
          <dgm:chPref val="0"/>
        </dgm:presLayoutVars>
      </dgm:prSet>
      <dgm:spPr/>
    </dgm:pt>
    <dgm:pt modelId="{B9B446BC-E04A-4CEB-B4C0-D826CE46805B}" type="pres">
      <dgm:prSet presAssocID="{AED1FA66-5911-43DC-8505-91BFFEC744BA}" presName="txSpace" presStyleCnt="0"/>
      <dgm:spPr/>
    </dgm:pt>
    <dgm:pt modelId="{37ABC651-B7C0-4A5B-B70D-272BE2ECA1E7}" type="pres">
      <dgm:prSet presAssocID="{AED1FA66-5911-43DC-8505-91BFFEC744BA}" presName="desTx" presStyleLbl="revTx" presStyleIdx="7" presStyleCnt="8">
        <dgm:presLayoutVars/>
      </dgm:prSet>
      <dgm:spPr/>
    </dgm:pt>
  </dgm:ptLst>
  <dgm:cxnLst>
    <dgm:cxn modelId="{DCF9A70B-1973-4F04-9123-288AABE7DCB7}" type="presOf" srcId="{CBFD7A01-B7BA-4DE2-8D1A-B86B7DECFE15}" destId="{6588135B-3AF1-4A1D-AC1D-A96262B0C32F}" srcOrd="0" destOrd="0" presId="urn:microsoft.com/office/officeart/2018/5/layout/CenteredIconLabelDescriptionList"/>
    <dgm:cxn modelId="{4AB75C3B-A5DB-4A9D-B701-CA4663FD09C0}" type="presOf" srcId="{AED1FA66-5911-43DC-8505-91BFFEC744BA}" destId="{D3D4C975-0F4D-43A4-971B-52D332E160F1}" srcOrd="0" destOrd="0" presId="urn:microsoft.com/office/officeart/2018/5/layout/CenteredIconLabelDescriptionList"/>
    <dgm:cxn modelId="{3029B462-52F6-4A82-A755-6C465E3E6CA6}" srcId="{B5299EEA-EC44-4975-9048-44A4DF29C9D0}" destId="{180CD2BB-B633-477E-A73E-D4C28B7AC755}" srcOrd="2" destOrd="0" parTransId="{2CDD56E4-E76B-47A2-AD09-47357474179C}" sibTransId="{B634B764-9E6B-479B-9F4F-418409D5C0ED}"/>
    <dgm:cxn modelId="{2CEEF565-FF12-403D-8A85-BC9D68C127D9}" srcId="{50D6913C-7CFF-4889-9592-0CBFCDB6A9FC}" destId="{D46B5F09-5E93-4C8B-A020-405CB0D66FA1}" srcOrd="1" destOrd="0" parTransId="{1E586DB9-DF8C-4DC2-AB16-680BAC71E29E}" sibTransId="{522D8766-A5FD-4358-B3FD-29253983E011}"/>
    <dgm:cxn modelId="{1ABA1066-06DC-4173-834A-08BD0F544188}" type="presOf" srcId="{6F62317D-AC99-4E49-8686-473C5EEA3091}" destId="{95D1EFA3-3A76-4592-8E9A-7865A88D4D32}" srcOrd="0" destOrd="0" presId="urn:microsoft.com/office/officeart/2018/5/layout/CenteredIconLabelDescriptionList"/>
    <dgm:cxn modelId="{4FC2554B-3C85-4E94-A7BC-BB21488C0637}" type="presOf" srcId="{EC19CB90-BC8C-4BEE-8F3B-F04C13899808}" destId="{8E505F05-27B3-426E-A384-034FFA416B6A}" srcOrd="0" destOrd="0" presId="urn:microsoft.com/office/officeart/2018/5/layout/CenteredIconLabelDescriptionList"/>
    <dgm:cxn modelId="{151DDF77-5BA5-4150-9DBF-E3E783A9604B}" srcId="{EC19CB90-BC8C-4BEE-8F3B-F04C13899808}" destId="{AED1FA66-5911-43DC-8505-91BFFEC744BA}" srcOrd="3" destOrd="0" parTransId="{EC0ED0A8-910A-40D7-9F4F-F29F0D69F987}" sibTransId="{CE92AC39-FA9E-433C-8FAD-434E176023E1}"/>
    <dgm:cxn modelId="{BCB8057B-993F-4C22-A29C-A6F34CEA2F4E}" type="presOf" srcId="{D2BB98BA-0079-4E91-B17C-60B7DA3F01B0}" destId="{6588135B-3AF1-4A1D-AC1D-A96262B0C32F}" srcOrd="0" destOrd="2" presId="urn:microsoft.com/office/officeart/2018/5/layout/CenteredIconLabelDescriptionList"/>
    <dgm:cxn modelId="{8136A186-4A9C-454A-BDC9-84FE4F60F539}" type="presOf" srcId="{1911E6A4-5BE9-4EA1-8CEE-2576FA1CC438}" destId="{80983F23-4376-4FED-A919-3FF3A5A24B2D}" srcOrd="0" destOrd="3" presId="urn:microsoft.com/office/officeart/2018/5/layout/CenteredIconLabelDescriptionList"/>
    <dgm:cxn modelId="{4FD65D89-5D7C-44E3-8BF4-ACF8BAA2A1DA}" type="presOf" srcId="{50D6913C-7CFF-4889-9592-0CBFCDB6A9FC}" destId="{5725AD28-174A-46C8-AA98-C8987FFCB706}" srcOrd="0" destOrd="0" presId="urn:microsoft.com/office/officeart/2018/5/layout/CenteredIconLabelDescriptionList"/>
    <dgm:cxn modelId="{1B733BB7-3457-41EC-BDA6-C62EC75092EF}" srcId="{B5299EEA-EC44-4975-9048-44A4DF29C9D0}" destId="{E9BE8D2A-42F2-4955-B27A-5344D7A292A2}" srcOrd="0" destOrd="0" parTransId="{D13C5435-2700-4DFB-8A36-99ED77D936EB}" sibTransId="{B7D984E6-36F3-4233-8895-2ECA9DF5103B}"/>
    <dgm:cxn modelId="{4BA56DBC-145C-4901-B01F-89BEB5F8130C}" type="presOf" srcId="{180CD2BB-B633-477E-A73E-D4C28B7AC755}" destId="{80983F23-4376-4FED-A919-3FF3A5A24B2D}" srcOrd="0" destOrd="2" presId="urn:microsoft.com/office/officeart/2018/5/layout/CenteredIconLabelDescriptionList"/>
    <dgm:cxn modelId="{B638F8C4-7AA1-4980-A53B-51C7DA91403A}" type="presOf" srcId="{D46B5F09-5E93-4C8B-A020-405CB0D66FA1}" destId="{6588135B-3AF1-4A1D-AC1D-A96262B0C32F}" srcOrd="0" destOrd="1" presId="urn:microsoft.com/office/officeart/2018/5/layout/CenteredIconLabelDescriptionList"/>
    <dgm:cxn modelId="{BC3A22C6-1E4A-487A-AAF4-A92ECC77C904}" srcId="{EC19CB90-BC8C-4BEE-8F3B-F04C13899808}" destId="{50D6913C-7CFF-4889-9592-0CBFCDB6A9FC}" srcOrd="2" destOrd="0" parTransId="{58F6575A-95AB-4837-B9E3-77E17FBC359B}" sibTransId="{FFBC0358-ED17-4528-8EB0-E8D97DF1CD54}"/>
    <dgm:cxn modelId="{F6C9FECA-629D-4CC2-8995-BC4C5711F04A}" srcId="{50D6913C-7CFF-4889-9592-0CBFCDB6A9FC}" destId="{D2BB98BA-0079-4E91-B17C-60B7DA3F01B0}" srcOrd="2" destOrd="0" parTransId="{3CEDD951-1073-4518-91FE-E1504F5B92CD}" sibTransId="{C51FE731-0AD9-458A-827D-D903BBC9AD86}"/>
    <dgm:cxn modelId="{C396C2CD-8BD7-45CC-9CCB-23B69FCD0D9B}" type="presOf" srcId="{E9BE8D2A-42F2-4955-B27A-5344D7A292A2}" destId="{80983F23-4376-4FED-A919-3FF3A5A24B2D}" srcOrd="0" destOrd="0" presId="urn:microsoft.com/office/officeart/2018/5/layout/CenteredIconLabelDescriptionList"/>
    <dgm:cxn modelId="{0FB81ACF-51BA-431A-9638-0CE069E7ED91}" srcId="{EC19CB90-BC8C-4BEE-8F3B-F04C13899808}" destId="{B5299EEA-EC44-4975-9048-44A4DF29C9D0}" srcOrd="0" destOrd="0" parTransId="{7E93F10E-068A-4AAE-9D38-0E12A3F6C17B}" sibTransId="{FBF69E0E-1D98-4A54-B300-59534F2FA7FB}"/>
    <dgm:cxn modelId="{09CC24DE-C2A5-45CA-A1AF-1D4C73827B43}" type="presOf" srcId="{133A356A-DCA5-49DE-9782-52A5A2A8E98D}" destId="{80983F23-4376-4FED-A919-3FF3A5A24B2D}" srcOrd="0" destOrd="1" presId="urn:microsoft.com/office/officeart/2018/5/layout/CenteredIconLabelDescriptionList"/>
    <dgm:cxn modelId="{E732FEE7-71CC-42A8-8505-8821803E0F73}" type="presOf" srcId="{B5299EEA-EC44-4975-9048-44A4DF29C9D0}" destId="{883C7668-2AE5-4C21-9E5E-A6B5722FDC4C}" srcOrd="0" destOrd="0" presId="urn:microsoft.com/office/officeart/2018/5/layout/CenteredIconLabelDescriptionList"/>
    <dgm:cxn modelId="{0B6DCDED-B2A0-4BD3-80B8-8DD65D7A79C1}" srcId="{B5299EEA-EC44-4975-9048-44A4DF29C9D0}" destId="{133A356A-DCA5-49DE-9782-52A5A2A8E98D}" srcOrd="1" destOrd="0" parTransId="{BAE4B7B1-26D3-4BD2-9FA4-FE0B98F1E956}" sibTransId="{75DBDDFA-0DA7-414B-85F8-CBA60A64B8EE}"/>
    <dgm:cxn modelId="{AAB2E7ED-DB7F-4727-9C78-A949C2243DA1}" srcId="{50D6913C-7CFF-4889-9592-0CBFCDB6A9FC}" destId="{1A7E16F5-4532-4A98-93E3-E47E587D94B6}" srcOrd="3" destOrd="0" parTransId="{FA09A68D-1CB8-455F-AB61-143A6B2A0240}" sibTransId="{AC6E71E1-5EBD-4BFB-B0CC-05205CB78483}"/>
    <dgm:cxn modelId="{B70382EE-FDAD-4E41-9899-194F2ECFFC27}" type="presOf" srcId="{1A7E16F5-4532-4A98-93E3-E47E587D94B6}" destId="{6588135B-3AF1-4A1D-AC1D-A96262B0C32F}" srcOrd="0" destOrd="3" presId="urn:microsoft.com/office/officeart/2018/5/layout/CenteredIconLabelDescriptionList"/>
    <dgm:cxn modelId="{301923EF-F6AD-4DD1-BCC8-75A5CC94073D}" srcId="{B5299EEA-EC44-4975-9048-44A4DF29C9D0}" destId="{1911E6A4-5BE9-4EA1-8CEE-2576FA1CC438}" srcOrd="3" destOrd="0" parTransId="{15A22F63-10B2-4D43-ADE7-8D6DD2C172EF}" sibTransId="{9748035A-12C9-49E4-BACE-4CD28480EE96}"/>
    <dgm:cxn modelId="{A90F40F1-C9A8-4AEC-B381-BB2BD0FDD2B3}" srcId="{EC19CB90-BC8C-4BEE-8F3B-F04C13899808}" destId="{6F62317D-AC99-4E49-8686-473C5EEA3091}" srcOrd="1" destOrd="0" parTransId="{38351A93-49E5-427C-A16A-DEBDCA32889E}" sibTransId="{73BAF3D3-4385-4A02-BC78-8754A0F83A40}"/>
    <dgm:cxn modelId="{7FB4ABF6-9E2F-46A8-B825-F2EE4DEE8209}" srcId="{50D6913C-7CFF-4889-9592-0CBFCDB6A9FC}" destId="{CBFD7A01-B7BA-4DE2-8D1A-B86B7DECFE15}" srcOrd="0" destOrd="0" parTransId="{17065FF2-E72E-42EA-83CB-41101D48C2FF}" sibTransId="{F8B19A7B-C32C-46E6-80E6-62055B2611D9}"/>
    <dgm:cxn modelId="{B1255FF2-1982-4CD2-86B8-98444B90E4A3}" type="presParOf" srcId="{8E505F05-27B3-426E-A384-034FFA416B6A}" destId="{E8C63890-F90A-401D-958B-9DFDFCABDACD}" srcOrd="0" destOrd="0" presId="urn:microsoft.com/office/officeart/2018/5/layout/CenteredIconLabelDescriptionList"/>
    <dgm:cxn modelId="{D99F6BFE-5B75-4B09-A6A1-B1E634B9F21C}" type="presParOf" srcId="{E8C63890-F90A-401D-958B-9DFDFCABDACD}" destId="{5A7539E7-A440-4FC3-9173-BB5F55A9ABCA}" srcOrd="0" destOrd="0" presId="urn:microsoft.com/office/officeart/2018/5/layout/CenteredIconLabelDescriptionList"/>
    <dgm:cxn modelId="{B3A9D4FD-BC9A-4B30-87CA-620162CB0BCA}" type="presParOf" srcId="{E8C63890-F90A-401D-958B-9DFDFCABDACD}" destId="{BBCB568B-1BCE-44BA-A0FE-E3DDF9C6D36C}" srcOrd="1" destOrd="0" presId="urn:microsoft.com/office/officeart/2018/5/layout/CenteredIconLabelDescriptionList"/>
    <dgm:cxn modelId="{37881C05-7757-4050-9E34-65D9F90AF3EF}" type="presParOf" srcId="{E8C63890-F90A-401D-958B-9DFDFCABDACD}" destId="{883C7668-2AE5-4C21-9E5E-A6B5722FDC4C}" srcOrd="2" destOrd="0" presId="urn:microsoft.com/office/officeart/2018/5/layout/CenteredIconLabelDescriptionList"/>
    <dgm:cxn modelId="{CB90D709-2559-46A1-86C7-418879D77AC2}" type="presParOf" srcId="{E8C63890-F90A-401D-958B-9DFDFCABDACD}" destId="{7A8D604B-8D35-4CF7-A7AC-96407C25144E}" srcOrd="3" destOrd="0" presId="urn:microsoft.com/office/officeart/2018/5/layout/CenteredIconLabelDescriptionList"/>
    <dgm:cxn modelId="{A49CA6C6-DF43-4AFE-A7B5-8C9598FCDF33}" type="presParOf" srcId="{E8C63890-F90A-401D-958B-9DFDFCABDACD}" destId="{80983F23-4376-4FED-A919-3FF3A5A24B2D}" srcOrd="4" destOrd="0" presId="urn:microsoft.com/office/officeart/2018/5/layout/CenteredIconLabelDescriptionList"/>
    <dgm:cxn modelId="{4454E4A5-C0AE-45D3-AB19-17D580FCE130}" type="presParOf" srcId="{8E505F05-27B3-426E-A384-034FFA416B6A}" destId="{7FF27AC1-C02B-45A6-89B3-C251702A53F4}" srcOrd="1" destOrd="0" presId="urn:microsoft.com/office/officeart/2018/5/layout/CenteredIconLabelDescriptionList"/>
    <dgm:cxn modelId="{1003948F-D964-4CA9-AD9E-E1AB85C81991}" type="presParOf" srcId="{8E505F05-27B3-426E-A384-034FFA416B6A}" destId="{56790CC0-C765-40EB-8225-4DB3FE3B4743}" srcOrd="2" destOrd="0" presId="urn:microsoft.com/office/officeart/2018/5/layout/CenteredIconLabelDescriptionList"/>
    <dgm:cxn modelId="{1D3D6DFF-6301-4E49-9E7D-64C4E73FA774}" type="presParOf" srcId="{56790CC0-C765-40EB-8225-4DB3FE3B4743}" destId="{3BA23846-C655-4555-AA93-E9BA0C1F45F9}" srcOrd="0" destOrd="0" presId="urn:microsoft.com/office/officeart/2018/5/layout/CenteredIconLabelDescriptionList"/>
    <dgm:cxn modelId="{A6597AFA-0D17-4344-8FE8-1D2CD2851FAF}" type="presParOf" srcId="{56790CC0-C765-40EB-8225-4DB3FE3B4743}" destId="{A5236425-78E8-4B6E-84CD-2D4AB36FB42A}" srcOrd="1" destOrd="0" presId="urn:microsoft.com/office/officeart/2018/5/layout/CenteredIconLabelDescriptionList"/>
    <dgm:cxn modelId="{5B246AAE-6ABC-4282-A6ED-71386C4B0217}" type="presParOf" srcId="{56790CC0-C765-40EB-8225-4DB3FE3B4743}" destId="{95D1EFA3-3A76-4592-8E9A-7865A88D4D32}" srcOrd="2" destOrd="0" presId="urn:microsoft.com/office/officeart/2018/5/layout/CenteredIconLabelDescriptionList"/>
    <dgm:cxn modelId="{4B215FB0-0DE3-4094-A3EA-90270D8673A2}" type="presParOf" srcId="{56790CC0-C765-40EB-8225-4DB3FE3B4743}" destId="{F5B52951-D306-4585-AE58-12125FF3A0FD}" srcOrd="3" destOrd="0" presId="urn:microsoft.com/office/officeart/2018/5/layout/CenteredIconLabelDescriptionList"/>
    <dgm:cxn modelId="{3D3B75C7-377F-463E-B27A-F0D1295A0EB0}" type="presParOf" srcId="{56790CC0-C765-40EB-8225-4DB3FE3B4743}" destId="{A421AE53-1CF2-47DF-B929-85DE63483962}" srcOrd="4" destOrd="0" presId="urn:microsoft.com/office/officeart/2018/5/layout/CenteredIconLabelDescriptionList"/>
    <dgm:cxn modelId="{AF4F3FA9-42FA-4D3A-A19C-B651979FE31B}" type="presParOf" srcId="{8E505F05-27B3-426E-A384-034FFA416B6A}" destId="{CAF9E772-DCF9-4DED-A7F0-FD6B86292335}" srcOrd="3" destOrd="0" presId="urn:microsoft.com/office/officeart/2018/5/layout/CenteredIconLabelDescriptionList"/>
    <dgm:cxn modelId="{E15404B3-9C8E-4835-8A40-8DDF24A158E7}" type="presParOf" srcId="{8E505F05-27B3-426E-A384-034FFA416B6A}" destId="{8F8972E5-793B-46DA-820B-81BD4E592E67}" srcOrd="4" destOrd="0" presId="urn:microsoft.com/office/officeart/2018/5/layout/CenteredIconLabelDescriptionList"/>
    <dgm:cxn modelId="{E4A61919-B17F-423D-9A4E-EBE2F10F3D14}" type="presParOf" srcId="{8F8972E5-793B-46DA-820B-81BD4E592E67}" destId="{C2867F71-685B-4142-8C7E-B6CCC383445F}" srcOrd="0" destOrd="0" presId="urn:microsoft.com/office/officeart/2018/5/layout/CenteredIconLabelDescriptionList"/>
    <dgm:cxn modelId="{E36717D5-E7D5-4D5E-A5E0-F7CF01B32FD3}" type="presParOf" srcId="{8F8972E5-793B-46DA-820B-81BD4E592E67}" destId="{281C25DB-29FD-425E-8EFC-C7462BD4FE2F}" srcOrd="1" destOrd="0" presId="urn:microsoft.com/office/officeart/2018/5/layout/CenteredIconLabelDescriptionList"/>
    <dgm:cxn modelId="{9FFA4944-55C4-4CC5-849F-09C22B01041F}" type="presParOf" srcId="{8F8972E5-793B-46DA-820B-81BD4E592E67}" destId="{5725AD28-174A-46C8-AA98-C8987FFCB706}" srcOrd="2" destOrd="0" presId="urn:microsoft.com/office/officeart/2018/5/layout/CenteredIconLabelDescriptionList"/>
    <dgm:cxn modelId="{683A8589-E6A0-4192-BD8A-21998ED3D7EF}" type="presParOf" srcId="{8F8972E5-793B-46DA-820B-81BD4E592E67}" destId="{6CD19143-3581-4A4C-8671-28D7650726A3}" srcOrd="3" destOrd="0" presId="urn:microsoft.com/office/officeart/2018/5/layout/CenteredIconLabelDescriptionList"/>
    <dgm:cxn modelId="{7BD8E129-E873-4D4A-BFFD-C1B87EA96692}" type="presParOf" srcId="{8F8972E5-793B-46DA-820B-81BD4E592E67}" destId="{6588135B-3AF1-4A1D-AC1D-A96262B0C32F}" srcOrd="4" destOrd="0" presId="urn:microsoft.com/office/officeart/2018/5/layout/CenteredIconLabelDescriptionList"/>
    <dgm:cxn modelId="{D3447EFA-3689-4B04-B37E-59FF9144E072}" type="presParOf" srcId="{8E505F05-27B3-426E-A384-034FFA416B6A}" destId="{C874537F-9316-401C-BC18-2D2AE547AFD6}" srcOrd="5" destOrd="0" presId="urn:microsoft.com/office/officeart/2018/5/layout/CenteredIconLabelDescriptionList"/>
    <dgm:cxn modelId="{38E08283-2796-4268-90FB-8F835670E3A3}" type="presParOf" srcId="{8E505F05-27B3-426E-A384-034FFA416B6A}" destId="{F2368135-D31D-462C-9E56-9E60BFD49005}" srcOrd="6" destOrd="0" presId="urn:microsoft.com/office/officeart/2018/5/layout/CenteredIconLabelDescriptionList"/>
    <dgm:cxn modelId="{E2823103-4D16-4EA2-9698-F6B0604A3110}" type="presParOf" srcId="{F2368135-D31D-462C-9E56-9E60BFD49005}" destId="{064268E1-E107-4FB3-B839-FDBCE0797764}" srcOrd="0" destOrd="0" presId="urn:microsoft.com/office/officeart/2018/5/layout/CenteredIconLabelDescriptionList"/>
    <dgm:cxn modelId="{04005079-2266-4721-8F41-66A509426B56}" type="presParOf" srcId="{F2368135-D31D-462C-9E56-9E60BFD49005}" destId="{12F6FBB3-F9A1-4978-AD2D-A5C56E341D2D}" srcOrd="1" destOrd="0" presId="urn:microsoft.com/office/officeart/2018/5/layout/CenteredIconLabelDescriptionList"/>
    <dgm:cxn modelId="{83CB60BD-BD79-4DEC-80D6-141F9B6B8455}" type="presParOf" srcId="{F2368135-D31D-462C-9E56-9E60BFD49005}" destId="{D3D4C975-0F4D-43A4-971B-52D332E160F1}" srcOrd="2" destOrd="0" presId="urn:microsoft.com/office/officeart/2018/5/layout/CenteredIconLabelDescriptionList"/>
    <dgm:cxn modelId="{0B6D4309-C0FE-4F98-BEC4-F9FC2880A5E6}" type="presParOf" srcId="{F2368135-D31D-462C-9E56-9E60BFD49005}" destId="{B9B446BC-E04A-4CEB-B4C0-D826CE46805B}" srcOrd="3" destOrd="0" presId="urn:microsoft.com/office/officeart/2018/5/layout/CenteredIconLabelDescriptionList"/>
    <dgm:cxn modelId="{C3FB0381-57BC-497A-B9EE-3821D0520F35}" type="presParOf" srcId="{F2368135-D31D-462C-9E56-9E60BFD49005}" destId="{37ABC651-B7C0-4A5B-B70D-272BE2ECA1E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48EEA60-F63D-46F6-A2D5-C916A33353E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3111DA2-99AA-44B4-9296-975E316CF9D5}">
      <dgm:prSet/>
      <dgm:spPr/>
      <dgm:t>
        <a:bodyPr/>
        <a:lstStyle/>
        <a:p>
          <a:pPr>
            <a:defRPr b="1"/>
          </a:pPr>
          <a:r>
            <a:rPr lang="de-DE" b="1"/>
            <a:t>Optimierung</a:t>
          </a:r>
          <a:endParaRPr lang="en-US"/>
        </a:p>
      </dgm:t>
    </dgm:pt>
    <dgm:pt modelId="{A762D7C7-0BEE-49A5-BE17-A031E491FB3F}" type="parTrans" cxnId="{EEF0B134-5A67-47AB-A51A-39258991E288}">
      <dgm:prSet/>
      <dgm:spPr/>
      <dgm:t>
        <a:bodyPr/>
        <a:lstStyle/>
        <a:p>
          <a:endParaRPr lang="en-US"/>
        </a:p>
      </dgm:t>
    </dgm:pt>
    <dgm:pt modelId="{9004F593-730B-4A7C-9C41-A2A1D747FEFA}" type="sibTrans" cxnId="{EEF0B134-5A67-47AB-A51A-39258991E288}">
      <dgm:prSet/>
      <dgm:spPr/>
      <dgm:t>
        <a:bodyPr/>
        <a:lstStyle/>
        <a:p>
          <a:endParaRPr lang="en-US"/>
        </a:p>
      </dgm:t>
    </dgm:pt>
    <dgm:pt modelId="{528184E7-CEA6-4B27-ABBE-EE0FA1158A11}">
      <dgm:prSet/>
      <dgm:spPr/>
      <dgm:t>
        <a:bodyPr/>
        <a:lstStyle/>
        <a:p>
          <a:r>
            <a:rPr lang="de-DE"/>
            <a:t>Kompilierte Regex für hohe Geschwindigkeit</a:t>
          </a:r>
          <a:endParaRPr lang="en-US"/>
        </a:p>
      </dgm:t>
    </dgm:pt>
    <dgm:pt modelId="{D58FB1B4-31B8-49C5-BD0E-12D111A94E75}" type="parTrans" cxnId="{716E33B1-2D66-4682-B683-B41FA275C4A7}">
      <dgm:prSet/>
      <dgm:spPr/>
      <dgm:t>
        <a:bodyPr/>
        <a:lstStyle/>
        <a:p>
          <a:endParaRPr lang="en-US"/>
        </a:p>
      </dgm:t>
    </dgm:pt>
    <dgm:pt modelId="{A547AD5E-A5D2-4F9E-BB3E-641332B38F6E}" type="sibTrans" cxnId="{716E33B1-2D66-4682-B683-B41FA275C4A7}">
      <dgm:prSet/>
      <dgm:spPr/>
      <dgm:t>
        <a:bodyPr/>
        <a:lstStyle/>
        <a:p>
          <a:endParaRPr lang="en-US"/>
        </a:p>
      </dgm:t>
    </dgm:pt>
    <dgm:pt modelId="{08A4F8FF-27AD-4876-B6D2-9877ED2FF768}">
      <dgm:prSet/>
      <dgm:spPr/>
      <dgm:t>
        <a:bodyPr/>
        <a:lstStyle/>
        <a:p>
          <a:r>
            <a:rPr lang="de-DE"/>
            <a:t>Streaming‑Ansatz → geringe Speicherlast</a:t>
          </a:r>
          <a:endParaRPr lang="en-US"/>
        </a:p>
      </dgm:t>
    </dgm:pt>
    <dgm:pt modelId="{43868FD5-DCB5-4B58-9386-F2C2F4E8D80B}" type="parTrans" cxnId="{5FE5ED01-1BD1-49BB-9E8D-826015F92C20}">
      <dgm:prSet/>
      <dgm:spPr/>
      <dgm:t>
        <a:bodyPr/>
        <a:lstStyle/>
        <a:p>
          <a:endParaRPr lang="en-US"/>
        </a:p>
      </dgm:t>
    </dgm:pt>
    <dgm:pt modelId="{8D005B10-CB37-45CA-9622-A5F6BEA96909}" type="sibTrans" cxnId="{5FE5ED01-1BD1-49BB-9E8D-826015F92C20}">
      <dgm:prSet/>
      <dgm:spPr/>
      <dgm:t>
        <a:bodyPr/>
        <a:lstStyle/>
        <a:p>
          <a:endParaRPr lang="en-US"/>
        </a:p>
      </dgm:t>
    </dgm:pt>
    <dgm:pt modelId="{E5D951D6-97EE-4DDC-9284-F8ECEBCCAF68}">
      <dgm:prSet/>
      <dgm:spPr/>
      <dgm:t>
        <a:bodyPr/>
        <a:lstStyle/>
        <a:p>
          <a:pPr>
            <a:defRPr b="1"/>
          </a:pPr>
          <a:r>
            <a:rPr lang="de-DE" b="1"/>
            <a:t>Performance</a:t>
          </a:r>
          <a:endParaRPr lang="en-US"/>
        </a:p>
      </dgm:t>
    </dgm:pt>
    <dgm:pt modelId="{1CD7D698-6F02-40EB-97FF-A94527BD41A9}" type="parTrans" cxnId="{178B0CBF-C860-4DF4-B0D5-4712BA832968}">
      <dgm:prSet/>
      <dgm:spPr/>
      <dgm:t>
        <a:bodyPr/>
        <a:lstStyle/>
        <a:p>
          <a:endParaRPr lang="en-US"/>
        </a:p>
      </dgm:t>
    </dgm:pt>
    <dgm:pt modelId="{EA6CC49D-35F7-4609-803A-24EECF1703AB}" type="sibTrans" cxnId="{178B0CBF-C860-4DF4-B0D5-4712BA832968}">
      <dgm:prSet/>
      <dgm:spPr/>
      <dgm:t>
        <a:bodyPr/>
        <a:lstStyle/>
        <a:p>
          <a:endParaRPr lang="en-US"/>
        </a:p>
      </dgm:t>
    </dgm:pt>
    <dgm:pt modelId="{0BE51F5E-ECB0-4935-AB61-6FB862D49D7D}">
      <dgm:prSet/>
      <dgm:spPr/>
      <dgm:t>
        <a:bodyPr/>
        <a:lstStyle/>
        <a:p>
          <a:r>
            <a:rPr lang="de-DE"/>
            <a:t>Stabile Verarbeitung großer Logdateien</a:t>
          </a:r>
          <a:endParaRPr lang="en-US"/>
        </a:p>
      </dgm:t>
    </dgm:pt>
    <dgm:pt modelId="{CF1891F1-0FB4-4ECD-AF1B-0D0908AA1FB8}" type="parTrans" cxnId="{08286DDB-0724-465D-BBD3-DBB9D27094E1}">
      <dgm:prSet/>
      <dgm:spPr/>
      <dgm:t>
        <a:bodyPr/>
        <a:lstStyle/>
        <a:p>
          <a:endParaRPr lang="en-US"/>
        </a:p>
      </dgm:t>
    </dgm:pt>
    <dgm:pt modelId="{1A2A47E3-D201-4D64-9FB7-07DCD1746BF4}" type="sibTrans" cxnId="{08286DDB-0724-465D-BBD3-DBB9D27094E1}">
      <dgm:prSet/>
      <dgm:spPr/>
      <dgm:t>
        <a:bodyPr/>
        <a:lstStyle/>
        <a:p>
          <a:endParaRPr lang="en-US"/>
        </a:p>
      </dgm:t>
    </dgm:pt>
    <dgm:pt modelId="{B3B5A5D6-AD7A-4A3E-BA7D-1407CB286E09}">
      <dgm:prSet/>
      <dgm:spPr/>
      <dgm:t>
        <a:bodyPr/>
        <a:lstStyle/>
        <a:p>
          <a:r>
            <a:rPr lang="de-DE"/>
            <a:t>Schnelle Filterung durch LINQ</a:t>
          </a:r>
          <a:endParaRPr lang="en-US"/>
        </a:p>
      </dgm:t>
    </dgm:pt>
    <dgm:pt modelId="{D8ED4693-AB0C-4E31-B068-D0D9DE014A4A}" type="parTrans" cxnId="{15604345-37E6-4BC1-8DCB-97098088EE7F}">
      <dgm:prSet/>
      <dgm:spPr/>
      <dgm:t>
        <a:bodyPr/>
        <a:lstStyle/>
        <a:p>
          <a:endParaRPr lang="en-US"/>
        </a:p>
      </dgm:t>
    </dgm:pt>
    <dgm:pt modelId="{77A3E328-6C9B-40CA-953D-1032FE45846B}" type="sibTrans" cxnId="{15604345-37E6-4BC1-8DCB-97098088EE7F}">
      <dgm:prSet/>
      <dgm:spPr/>
      <dgm:t>
        <a:bodyPr/>
        <a:lstStyle/>
        <a:p>
          <a:endParaRPr lang="en-US"/>
        </a:p>
      </dgm:t>
    </dgm:pt>
    <dgm:pt modelId="{ABDAFE78-200B-4BBA-8E3D-4515BA606663}">
      <dgm:prSet/>
      <dgm:spPr/>
      <dgm:t>
        <a:bodyPr/>
        <a:lstStyle/>
        <a:p>
          <a:r>
            <a:rPr lang="de-DE"/>
            <a:t>Effizienter Workflow ohne Ladezeiten</a:t>
          </a:r>
          <a:endParaRPr lang="en-US"/>
        </a:p>
      </dgm:t>
    </dgm:pt>
    <dgm:pt modelId="{572CD7D2-C33A-4C4B-9B6D-7A8DFA680466}" type="parTrans" cxnId="{6B992F88-72EB-451D-B4E9-0D416687B85C}">
      <dgm:prSet/>
      <dgm:spPr/>
      <dgm:t>
        <a:bodyPr/>
        <a:lstStyle/>
        <a:p>
          <a:endParaRPr lang="en-US"/>
        </a:p>
      </dgm:t>
    </dgm:pt>
    <dgm:pt modelId="{FE945A40-4533-4876-8081-3A418220168E}" type="sibTrans" cxnId="{6B992F88-72EB-451D-B4E9-0D416687B85C}">
      <dgm:prSet/>
      <dgm:spPr/>
      <dgm:t>
        <a:bodyPr/>
        <a:lstStyle/>
        <a:p>
          <a:endParaRPr lang="en-US"/>
        </a:p>
      </dgm:t>
    </dgm:pt>
    <dgm:pt modelId="{91996F28-B2CA-40BB-90CD-A378599D4B7A}" type="pres">
      <dgm:prSet presAssocID="{848EEA60-F63D-46F6-A2D5-C916A33353E7}" presName="root" presStyleCnt="0">
        <dgm:presLayoutVars>
          <dgm:dir/>
          <dgm:resizeHandles val="exact"/>
        </dgm:presLayoutVars>
      </dgm:prSet>
      <dgm:spPr/>
    </dgm:pt>
    <dgm:pt modelId="{82FE4DBE-6AC3-4BB0-AE63-74FEF3769D28}" type="pres">
      <dgm:prSet presAssocID="{A3111DA2-99AA-44B4-9296-975E316CF9D5}" presName="compNode" presStyleCnt="0"/>
      <dgm:spPr/>
    </dgm:pt>
    <dgm:pt modelId="{5E84F11B-64CD-4465-912C-492B9CE7ED25}" type="pres">
      <dgm:prSet presAssocID="{A3111DA2-99AA-44B4-9296-975E316CF9D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ssgerät"/>
        </a:ext>
      </dgm:extLst>
    </dgm:pt>
    <dgm:pt modelId="{FB2FE89A-2786-4CE3-8EF1-FF9950CABFBF}" type="pres">
      <dgm:prSet presAssocID="{A3111DA2-99AA-44B4-9296-975E316CF9D5}" presName="iconSpace" presStyleCnt="0"/>
      <dgm:spPr/>
    </dgm:pt>
    <dgm:pt modelId="{F945CB54-A5D0-4F4F-9687-7D34164F8C0A}" type="pres">
      <dgm:prSet presAssocID="{A3111DA2-99AA-44B4-9296-975E316CF9D5}" presName="parTx" presStyleLbl="revTx" presStyleIdx="0" presStyleCnt="4">
        <dgm:presLayoutVars>
          <dgm:chMax val="0"/>
          <dgm:chPref val="0"/>
        </dgm:presLayoutVars>
      </dgm:prSet>
      <dgm:spPr/>
    </dgm:pt>
    <dgm:pt modelId="{F693B369-4E77-4BFA-AA85-E7D03F7A6582}" type="pres">
      <dgm:prSet presAssocID="{A3111DA2-99AA-44B4-9296-975E316CF9D5}" presName="txSpace" presStyleCnt="0"/>
      <dgm:spPr/>
    </dgm:pt>
    <dgm:pt modelId="{72CB9E0B-39EB-45D3-BE98-4A519ECA4049}" type="pres">
      <dgm:prSet presAssocID="{A3111DA2-99AA-44B4-9296-975E316CF9D5}" presName="desTx" presStyleLbl="revTx" presStyleIdx="1" presStyleCnt="4">
        <dgm:presLayoutVars/>
      </dgm:prSet>
      <dgm:spPr/>
    </dgm:pt>
    <dgm:pt modelId="{26F3B65F-141B-47EE-A127-116B68B3A3B4}" type="pres">
      <dgm:prSet presAssocID="{9004F593-730B-4A7C-9C41-A2A1D747FEFA}" presName="sibTrans" presStyleCnt="0"/>
      <dgm:spPr/>
    </dgm:pt>
    <dgm:pt modelId="{A0082D30-2814-43B2-9F60-9028B7BC7987}" type="pres">
      <dgm:prSet presAssocID="{E5D951D6-97EE-4DDC-9284-F8ECEBCCAF68}" presName="compNode" presStyleCnt="0"/>
      <dgm:spPr/>
    </dgm:pt>
    <dgm:pt modelId="{DAA004DC-674E-411A-AFDD-939AA8885CB3}" type="pres">
      <dgm:prSet presAssocID="{E5D951D6-97EE-4DDC-9284-F8ECEBCCAF6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22BACF2D-5BC4-4924-983A-1D38BAA232B7}" type="pres">
      <dgm:prSet presAssocID="{E5D951D6-97EE-4DDC-9284-F8ECEBCCAF68}" presName="iconSpace" presStyleCnt="0"/>
      <dgm:spPr/>
    </dgm:pt>
    <dgm:pt modelId="{F7DEBDC5-A5C5-4D8D-B901-8B0495AAB622}" type="pres">
      <dgm:prSet presAssocID="{E5D951D6-97EE-4DDC-9284-F8ECEBCCAF68}" presName="parTx" presStyleLbl="revTx" presStyleIdx="2" presStyleCnt="4">
        <dgm:presLayoutVars>
          <dgm:chMax val="0"/>
          <dgm:chPref val="0"/>
        </dgm:presLayoutVars>
      </dgm:prSet>
      <dgm:spPr/>
    </dgm:pt>
    <dgm:pt modelId="{1A343C77-041C-4446-9852-7469A75DC1DB}" type="pres">
      <dgm:prSet presAssocID="{E5D951D6-97EE-4DDC-9284-F8ECEBCCAF68}" presName="txSpace" presStyleCnt="0"/>
      <dgm:spPr/>
    </dgm:pt>
    <dgm:pt modelId="{F6FB8E71-991B-4E4A-997A-43F4668EE4F7}" type="pres">
      <dgm:prSet presAssocID="{E5D951D6-97EE-4DDC-9284-F8ECEBCCAF68}" presName="desTx" presStyleLbl="revTx" presStyleIdx="3" presStyleCnt="4">
        <dgm:presLayoutVars/>
      </dgm:prSet>
      <dgm:spPr/>
    </dgm:pt>
  </dgm:ptLst>
  <dgm:cxnLst>
    <dgm:cxn modelId="{5FE5ED01-1BD1-49BB-9E8D-826015F92C20}" srcId="{A3111DA2-99AA-44B4-9296-975E316CF9D5}" destId="{08A4F8FF-27AD-4876-B6D2-9877ED2FF768}" srcOrd="1" destOrd="0" parTransId="{43868FD5-DCB5-4B58-9386-F2C2F4E8D80B}" sibTransId="{8D005B10-CB37-45CA-9622-A5F6BEA96909}"/>
    <dgm:cxn modelId="{B68E5E28-44E0-4CDD-B49C-7BF001857DBE}" type="presOf" srcId="{0BE51F5E-ECB0-4935-AB61-6FB862D49D7D}" destId="{F6FB8E71-991B-4E4A-997A-43F4668EE4F7}" srcOrd="0" destOrd="0" presId="urn:microsoft.com/office/officeart/2018/5/layout/CenteredIconLabelDescriptionList"/>
    <dgm:cxn modelId="{01E56C2D-3E8C-4B86-89A4-A19D6341D7AC}" type="presOf" srcId="{B3B5A5D6-AD7A-4A3E-BA7D-1407CB286E09}" destId="{F6FB8E71-991B-4E4A-997A-43F4668EE4F7}" srcOrd="0" destOrd="1" presId="urn:microsoft.com/office/officeart/2018/5/layout/CenteredIconLabelDescriptionList"/>
    <dgm:cxn modelId="{EEF0B134-5A67-47AB-A51A-39258991E288}" srcId="{848EEA60-F63D-46F6-A2D5-C916A33353E7}" destId="{A3111DA2-99AA-44B4-9296-975E316CF9D5}" srcOrd="0" destOrd="0" parTransId="{A762D7C7-0BEE-49A5-BE17-A031E491FB3F}" sibTransId="{9004F593-730B-4A7C-9C41-A2A1D747FEFA}"/>
    <dgm:cxn modelId="{CC10A839-3DF2-488A-BCE1-16139A0E8F37}" type="presOf" srcId="{A3111DA2-99AA-44B4-9296-975E316CF9D5}" destId="{F945CB54-A5D0-4F4F-9687-7D34164F8C0A}" srcOrd="0" destOrd="0" presId="urn:microsoft.com/office/officeart/2018/5/layout/CenteredIconLabelDescriptionList"/>
    <dgm:cxn modelId="{15604345-37E6-4BC1-8DCB-97098088EE7F}" srcId="{E5D951D6-97EE-4DDC-9284-F8ECEBCCAF68}" destId="{B3B5A5D6-AD7A-4A3E-BA7D-1407CB286E09}" srcOrd="1" destOrd="0" parTransId="{D8ED4693-AB0C-4E31-B068-D0D9DE014A4A}" sibTransId="{77A3E328-6C9B-40CA-953D-1032FE45846B}"/>
    <dgm:cxn modelId="{E0906C6F-DFDD-4F52-9FD4-0BE35F1CFD4E}" type="presOf" srcId="{848EEA60-F63D-46F6-A2D5-C916A33353E7}" destId="{91996F28-B2CA-40BB-90CD-A378599D4B7A}" srcOrd="0" destOrd="0" presId="urn:microsoft.com/office/officeart/2018/5/layout/CenteredIconLabelDescriptionList"/>
    <dgm:cxn modelId="{2AC4C854-D039-47A7-8795-CCE2E0E992E7}" type="presOf" srcId="{528184E7-CEA6-4B27-ABBE-EE0FA1158A11}" destId="{72CB9E0B-39EB-45D3-BE98-4A519ECA4049}" srcOrd="0" destOrd="0" presId="urn:microsoft.com/office/officeart/2018/5/layout/CenteredIconLabelDescriptionList"/>
    <dgm:cxn modelId="{3C53C879-584B-4913-B9FE-648DA775BC93}" type="presOf" srcId="{E5D951D6-97EE-4DDC-9284-F8ECEBCCAF68}" destId="{F7DEBDC5-A5C5-4D8D-B901-8B0495AAB622}" srcOrd="0" destOrd="0" presId="urn:microsoft.com/office/officeart/2018/5/layout/CenteredIconLabelDescriptionList"/>
    <dgm:cxn modelId="{BD9CF37B-D350-4501-828B-D9AC9866A0FB}" type="presOf" srcId="{08A4F8FF-27AD-4876-B6D2-9877ED2FF768}" destId="{72CB9E0B-39EB-45D3-BE98-4A519ECA4049}" srcOrd="0" destOrd="1" presId="urn:microsoft.com/office/officeart/2018/5/layout/CenteredIconLabelDescriptionList"/>
    <dgm:cxn modelId="{6B992F88-72EB-451D-B4E9-0D416687B85C}" srcId="{E5D951D6-97EE-4DDC-9284-F8ECEBCCAF68}" destId="{ABDAFE78-200B-4BBA-8E3D-4515BA606663}" srcOrd="2" destOrd="0" parTransId="{572CD7D2-C33A-4C4B-9B6D-7A8DFA680466}" sibTransId="{FE945A40-4533-4876-8081-3A418220168E}"/>
    <dgm:cxn modelId="{716E33B1-2D66-4682-B683-B41FA275C4A7}" srcId="{A3111DA2-99AA-44B4-9296-975E316CF9D5}" destId="{528184E7-CEA6-4B27-ABBE-EE0FA1158A11}" srcOrd="0" destOrd="0" parTransId="{D58FB1B4-31B8-49C5-BD0E-12D111A94E75}" sibTransId="{A547AD5E-A5D2-4F9E-BB3E-641332B38F6E}"/>
    <dgm:cxn modelId="{178B0CBF-C860-4DF4-B0D5-4712BA832968}" srcId="{848EEA60-F63D-46F6-A2D5-C916A33353E7}" destId="{E5D951D6-97EE-4DDC-9284-F8ECEBCCAF68}" srcOrd="1" destOrd="0" parTransId="{1CD7D698-6F02-40EB-97FF-A94527BD41A9}" sibTransId="{EA6CC49D-35F7-4609-803A-24EECF1703AB}"/>
    <dgm:cxn modelId="{08286DDB-0724-465D-BBD3-DBB9D27094E1}" srcId="{E5D951D6-97EE-4DDC-9284-F8ECEBCCAF68}" destId="{0BE51F5E-ECB0-4935-AB61-6FB862D49D7D}" srcOrd="0" destOrd="0" parTransId="{CF1891F1-0FB4-4ECD-AF1B-0D0908AA1FB8}" sibTransId="{1A2A47E3-D201-4D64-9FB7-07DCD1746BF4}"/>
    <dgm:cxn modelId="{858AB5EF-4F0D-4F04-A3D0-51085E41C335}" type="presOf" srcId="{ABDAFE78-200B-4BBA-8E3D-4515BA606663}" destId="{F6FB8E71-991B-4E4A-997A-43F4668EE4F7}" srcOrd="0" destOrd="2" presId="urn:microsoft.com/office/officeart/2018/5/layout/CenteredIconLabelDescriptionList"/>
    <dgm:cxn modelId="{461E68B9-F6B7-4AFD-82FB-F46FF761E2FC}" type="presParOf" srcId="{91996F28-B2CA-40BB-90CD-A378599D4B7A}" destId="{82FE4DBE-6AC3-4BB0-AE63-74FEF3769D28}" srcOrd="0" destOrd="0" presId="urn:microsoft.com/office/officeart/2018/5/layout/CenteredIconLabelDescriptionList"/>
    <dgm:cxn modelId="{DA65353F-1374-4437-A2F6-01D2D691035E}" type="presParOf" srcId="{82FE4DBE-6AC3-4BB0-AE63-74FEF3769D28}" destId="{5E84F11B-64CD-4465-912C-492B9CE7ED25}" srcOrd="0" destOrd="0" presId="urn:microsoft.com/office/officeart/2018/5/layout/CenteredIconLabelDescriptionList"/>
    <dgm:cxn modelId="{E916E1D3-0A30-46F1-99C8-0BE53E91251C}" type="presParOf" srcId="{82FE4DBE-6AC3-4BB0-AE63-74FEF3769D28}" destId="{FB2FE89A-2786-4CE3-8EF1-FF9950CABFBF}" srcOrd="1" destOrd="0" presId="urn:microsoft.com/office/officeart/2018/5/layout/CenteredIconLabelDescriptionList"/>
    <dgm:cxn modelId="{DC45833A-E6DF-4BB7-A486-C555A181527B}" type="presParOf" srcId="{82FE4DBE-6AC3-4BB0-AE63-74FEF3769D28}" destId="{F945CB54-A5D0-4F4F-9687-7D34164F8C0A}" srcOrd="2" destOrd="0" presId="urn:microsoft.com/office/officeart/2018/5/layout/CenteredIconLabelDescriptionList"/>
    <dgm:cxn modelId="{7D4C5028-16D7-45DE-B45B-33F35AC20B08}" type="presParOf" srcId="{82FE4DBE-6AC3-4BB0-AE63-74FEF3769D28}" destId="{F693B369-4E77-4BFA-AA85-E7D03F7A6582}" srcOrd="3" destOrd="0" presId="urn:microsoft.com/office/officeart/2018/5/layout/CenteredIconLabelDescriptionList"/>
    <dgm:cxn modelId="{E2913FA4-93F7-4EBB-BA37-727593E6FE04}" type="presParOf" srcId="{82FE4DBE-6AC3-4BB0-AE63-74FEF3769D28}" destId="{72CB9E0B-39EB-45D3-BE98-4A519ECA4049}" srcOrd="4" destOrd="0" presId="urn:microsoft.com/office/officeart/2018/5/layout/CenteredIconLabelDescriptionList"/>
    <dgm:cxn modelId="{34FB887E-7536-4241-A0B6-A8FEC9CB132C}" type="presParOf" srcId="{91996F28-B2CA-40BB-90CD-A378599D4B7A}" destId="{26F3B65F-141B-47EE-A127-116B68B3A3B4}" srcOrd="1" destOrd="0" presId="urn:microsoft.com/office/officeart/2018/5/layout/CenteredIconLabelDescriptionList"/>
    <dgm:cxn modelId="{4B91285F-71D9-495A-B8C7-01126B60A01D}" type="presParOf" srcId="{91996F28-B2CA-40BB-90CD-A378599D4B7A}" destId="{A0082D30-2814-43B2-9F60-9028B7BC7987}" srcOrd="2" destOrd="0" presId="urn:microsoft.com/office/officeart/2018/5/layout/CenteredIconLabelDescriptionList"/>
    <dgm:cxn modelId="{F548D9D5-232C-4DB9-8DC1-721CA99051B8}" type="presParOf" srcId="{A0082D30-2814-43B2-9F60-9028B7BC7987}" destId="{DAA004DC-674E-411A-AFDD-939AA8885CB3}" srcOrd="0" destOrd="0" presId="urn:microsoft.com/office/officeart/2018/5/layout/CenteredIconLabelDescriptionList"/>
    <dgm:cxn modelId="{F380CB58-3146-45EC-BDDE-D4D66B701480}" type="presParOf" srcId="{A0082D30-2814-43B2-9F60-9028B7BC7987}" destId="{22BACF2D-5BC4-4924-983A-1D38BAA232B7}" srcOrd="1" destOrd="0" presId="urn:microsoft.com/office/officeart/2018/5/layout/CenteredIconLabelDescriptionList"/>
    <dgm:cxn modelId="{8348F41F-FC1B-4024-8114-283BBDED51A5}" type="presParOf" srcId="{A0082D30-2814-43B2-9F60-9028B7BC7987}" destId="{F7DEBDC5-A5C5-4D8D-B901-8B0495AAB622}" srcOrd="2" destOrd="0" presId="urn:microsoft.com/office/officeart/2018/5/layout/CenteredIconLabelDescriptionList"/>
    <dgm:cxn modelId="{6419080F-E237-4721-9707-62827B77BC1F}" type="presParOf" srcId="{A0082D30-2814-43B2-9F60-9028B7BC7987}" destId="{1A343C77-041C-4446-9852-7469A75DC1DB}" srcOrd="3" destOrd="0" presId="urn:microsoft.com/office/officeart/2018/5/layout/CenteredIconLabelDescriptionList"/>
    <dgm:cxn modelId="{B985E876-A04C-4EC3-87DB-300146E8B016}" type="presParOf" srcId="{A0082D30-2814-43B2-9F60-9028B7BC7987}" destId="{F6FB8E71-991B-4E4A-997A-43F4668EE4F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2430908-D2F1-4A7A-A00E-0ACE07968F3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424CF5-0DF3-4280-BFD5-46AA19E7806B}">
      <dgm:prSet/>
      <dgm:spPr/>
      <dgm:t>
        <a:bodyPr/>
        <a:lstStyle/>
        <a:p>
          <a:pPr>
            <a:defRPr b="1"/>
          </a:pPr>
          <a:r>
            <a:rPr lang="de-DE" b="1"/>
            <a:t>Ticketverwaltung</a:t>
          </a:r>
          <a:endParaRPr lang="en-US"/>
        </a:p>
      </dgm:t>
    </dgm:pt>
    <dgm:pt modelId="{50DC3474-D396-42BE-8D28-6211A6DA1E86}" type="parTrans" cxnId="{8A55D1A9-22CE-4240-8718-E7D064B3CDCB}">
      <dgm:prSet/>
      <dgm:spPr/>
      <dgm:t>
        <a:bodyPr/>
        <a:lstStyle/>
        <a:p>
          <a:endParaRPr lang="en-US"/>
        </a:p>
      </dgm:t>
    </dgm:pt>
    <dgm:pt modelId="{A3FA5522-A2E2-4E3A-8831-58F01E2CB023}" type="sibTrans" cxnId="{8A55D1A9-22CE-4240-8718-E7D064B3CDCB}">
      <dgm:prSet/>
      <dgm:spPr/>
      <dgm:t>
        <a:bodyPr/>
        <a:lstStyle/>
        <a:p>
          <a:endParaRPr lang="en-US"/>
        </a:p>
      </dgm:t>
    </dgm:pt>
    <dgm:pt modelId="{6AB1ECA0-4197-4DA4-BCBB-5AF10775A738}">
      <dgm:prSet/>
      <dgm:spPr/>
      <dgm:t>
        <a:bodyPr/>
        <a:lstStyle/>
        <a:p>
          <a:r>
            <a:rPr lang="de-DE"/>
            <a:t>Erstellen, Bearbeiten und Löschen von Bug‑Tickets</a:t>
          </a:r>
          <a:endParaRPr lang="en-US"/>
        </a:p>
      </dgm:t>
    </dgm:pt>
    <dgm:pt modelId="{4430B29C-361E-4292-ADDE-D08002D2135A}" type="parTrans" cxnId="{6C148CD3-B827-440E-8956-1FD0C9C78880}">
      <dgm:prSet/>
      <dgm:spPr/>
      <dgm:t>
        <a:bodyPr/>
        <a:lstStyle/>
        <a:p>
          <a:endParaRPr lang="en-US"/>
        </a:p>
      </dgm:t>
    </dgm:pt>
    <dgm:pt modelId="{372072F4-7C29-4D6A-A362-7F7E36A8D7F8}" type="sibTrans" cxnId="{6C148CD3-B827-440E-8956-1FD0C9C78880}">
      <dgm:prSet/>
      <dgm:spPr/>
      <dgm:t>
        <a:bodyPr/>
        <a:lstStyle/>
        <a:p>
          <a:endParaRPr lang="en-US"/>
        </a:p>
      </dgm:t>
    </dgm:pt>
    <dgm:pt modelId="{04750201-ABDA-4B46-A6CA-2AC6368290B0}">
      <dgm:prSet/>
      <dgm:spPr/>
      <dgm:t>
        <a:bodyPr/>
        <a:lstStyle/>
        <a:p>
          <a:r>
            <a:rPr lang="de-DE"/>
            <a:t>Pflichtfelder: Titel, Beschreibung, Status, Priorität</a:t>
          </a:r>
          <a:endParaRPr lang="en-US"/>
        </a:p>
      </dgm:t>
    </dgm:pt>
    <dgm:pt modelId="{60867CB6-D70F-425E-B0A9-DDBFA498FF11}" type="parTrans" cxnId="{5D861E69-7C7D-415A-94E8-357E087F74DF}">
      <dgm:prSet/>
      <dgm:spPr/>
      <dgm:t>
        <a:bodyPr/>
        <a:lstStyle/>
        <a:p>
          <a:endParaRPr lang="en-US"/>
        </a:p>
      </dgm:t>
    </dgm:pt>
    <dgm:pt modelId="{6299727E-1E3A-4BCC-9049-344747A3F7F1}" type="sibTrans" cxnId="{5D861E69-7C7D-415A-94E8-357E087F74DF}">
      <dgm:prSet/>
      <dgm:spPr/>
      <dgm:t>
        <a:bodyPr/>
        <a:lstStyle/>
        <a:p>
          <a:endParaRPr lang="en-US"/>
        </a:p>
      </dgm:t>
    </dgm:pt>
    <dgm:pt modelId="{EEAEE84B-3BB0-4781-A3C5-063CF009FFCA}">
      <dgm:prSet/>
      <dgm:spPr/>
      <dgm:t>
        <a:bodyPr/>
        <a:lstStyle/>
        <a:p>
          <a:r>
            <a:rPr lang="de-DE"/>
            <a:t>Automatische Vorbefüllung aus Log‑Einträgen</a:t>
          </a:r>
          <a:endParaRPr lang="en-US"/>
        </a:p>
      </dgm:t>
    </dgm:pt>
    <dgm:pt modelId="{3F06758F-FCAB-444F-B0C7-D2EB4F189A28}" type="parTrans" cxnId="{C08195D2-EBC7-41E3-966E-792E5B00DBEA}">
      <dgm:prSet/>
      <dgm:spPr/>
      <dgm:t>
        <a:bodyPr/>
        <a:lstStyle/>
        <a:p>
          <a:endParaRPr lang="en-US"/>
        </a:p>
      </dgm:t>
    </dgm:pt>
    <dgm:pt modelId="{581A9385-61D9-4BEC-A3EC-EDAADBA1556C}" type="sibTrans" cxnId="{C08195D2-EBC7-41E3-966E-792E5B00DBEA}">
      <dgm:prSet/>
      <dgm:spPr/>
      <dgm:t>
        <a:bodyPr/>
        <a:lstStyle/>
        <a:p>
          <a:endParaRPr lang="en-US"/>
        </a:p>
      </dgm:t>
    </dgm:pt>
    <dgm:pt modelId="{8EC2A640-C83B-42E9-BE62-B440EAC309CB}">
      <dgm:prSet/>
      <dgm:spPr/>
      <dgm:t>
        <a:bodyPr/>
        <a:lstStyle/>
        <a:p>
          <a:pPr>
            <a:defRPr b="1"/>
          </a:pPr>
          <a:r>
            <a:rPr lang="de-DE" b="1"/>
            <a:t>Datenhaltung</a:t>
          </a:r>
          <a:endParaRPr lang="en-US"/>
        </a:p>
      </dgm:t>
    </dgm:pt>
    <dgm:pt modelId="{C818542B-0E1F-4B24-AF29-0DA9DF7805B9}" type="parTrans" cxnId="{70BE10E5-69BD-4921-BA0B-4A6DE556D1F8}">
      <dgm:prSet/>
      <dgm:spPr/>
      <dgm:t>
        <a:bodyPr/>
        <a:lstStyle/>
        <a:p>
          <a:endParaRPr lang="en-US"/>
        </a:p>
      </dgm:t>
    </dgm:pt>
    <dgm:pt modelId="{57248F70-2C29-4E60-B57F-C16B88CA53D5}" type="sibTrans" cxnId="{70BE10E5-69BD-4921-BA0B-4A6DE556D1F8}">
      <dgm:prSet/>
      <dgm:spPr/>
      <dgm:t>
        <a:bodyPr/>
        <a:lstStyle/>
        <a:p>
          <a:endParaRPr lang="en-US"/>
        </a:p>
      </dgm:t>
    </dgm:pt>
    <dgm:pt modelId="{55C88B1D-CA6C-468C-8592-58D1F5F041C7}">
      <dgm:prSet/>
      <dgm:spPr/>
      <dgm:t>
        <a:bodyPr/>
        <a:lstStyle/>
        <a:p>
          <a:r>
            <a:rPr lang="de-DE"/>
            <a:t>Speicherung in SQLite‑Datenbank (</a:t>
          </a:r>
          <a:r>
            <a:rPr lang="de-DE" i="1"/>
            <a:t>Tickets‑Tabelle</a:t>
          </a:r>
          <a:r>
            <a:rPr lang="de-DE"/>
            <a:t>)</a:t>
          </a:r>
          <a:endParaRPr lang="en-US"/>
        </a:p>
      </dgm:t>
    </dgm:pt>
    <dgm:pt modelId="{F0727A66-E882-432B-AE46-01C982D1C4E5}" type="parTrans" cxnId="{60DA6F39-0C20-4140-BA23-2B49A79785EC}">
      <dgm:prSet/>
      <dgm:spPr/>
      <dgm:t>
        <a:bodyPr/>
        <a:lstStyle/>
        <a:p>
          <a:endParaRPr lang="en-US"/>
        </a:p>
      </dgm:t>
    </dgm:pt>
    <dgm:pt modelId="{28700123-B7C0-457A-B201-C011BE279A1B}" type="sibTrans" cxnId="{60DA6F39-0C20-4140-BA23-2B49A79785EC}">
      <dgm:prSet/>
      <dgm:spPr/>
      <dgm:t>
        <a:bodyPr/>
        <a:lstStyle/>
        <a:p>
          <a:endParaRPr lang="en-US"/>
        </a:p>
      </dgm:t>
    </dgm:pt>
    <dgm:pt modelId="{CDE5C35C-2261-404B-9E06-8150297C95B7}">
      <dgm:prSet/>
      <dgm:spPr/>
      <dgm:t>
        <a:bodyPr/>
        <a:lstStyle/>
        <a:p>
          <a:r>
            <a:rPr lang="de-DE"/>
            <a:t>Attribute: ID, Titel, Status, Priorität, Ersteller, Datum, Zuständiger</a:t>
          </a:r>
          <a:endParaRPr lang="en-US"/>
        </a:p>
      </dgm:t>
    </dgm:pt>
    <dgm:pt modelId="{B7E6EDAC-9C81-418B-8D88-3AD36EF9D97C}" type="parTrans" cxnId="{6533D0AD-757B-42E3-9FBB-A05676E26F12}">
      <dgm:prSet/>
      <dgm:spPr/>
      <dgm:t>
        <a:bodyPr/>
        <a:lstStyle/>
        <a:p>
          <a:endParaRPr lang="en-US"/>
        </a:p>
      </dgm:t>
    </dgm:pt>
    <dgm:pt modelId="{F3AFC310-66B8-4D47-98D1-60747150B2A8}" type="sibTrans" cxnId="{6533D0AD-757B-42E3-9FBB-A05676E26F12}">
      <dgm:prSet/>
      <dgm:spPr/>
      <dgm:t>
        <a:bodyPr/>
        <a:lstStyle/>
        <a:p>
          <a:endParaRPr lang="en-US"/>
        </a:p>
      </dgm:t>
    </dgm:pt>
    <dgm:pt modelId="{C611403D-8050-4172-B583-3621B8FE7099}">
      <dgm:prSet/>
      <dgm:spPr/>
      <dgm:t>
        <a:bodyPr/>
        <a:lstStyle/>
        <a:p>
          <a:r>
            <a:rPr lang="de-DE"/>
            <a:t>Lokale verschlüsselte Datenbank</a:t>
          </a:r>
          <a:endParaRPr lang="en-US"/>
        </a:p>
      </dgm:t>
    </dgm:pt>
    <dgm:pt modelId="{AE9AE128-87E1-4C0F-BD5F-B899976EE4F7}" type="parTrans" cxnId="{A664D5F7-E607-4B2E-8925-D5004CC7A46E}">
      <dgm:prSet/>
      <dgm:spPr/>
      <dgm:t>
        <a:bodyPr/>
        <a:lstStyle/>
        <a:p>
          <a:endParaRPr lang="en-US"/>
        </a:p>
      </dgm:t>
    </dgm:pt>
    <dgm:pt modelId="{A8D21C63-551A-49F8-8114-FFEEEF067F22}" type="sibTrans" cxnId="{A664D5F7-E607-4B2E-8925-D5004CC7A46E}">
      <dgm:prSet/>
      <dgm:spPr/>
      <dgm:t>
        <a:bodyPr/>
        <a:lstStyle/>
        <a:p>
          <a:endParaRPr lang="en-US"/>
        </a:p>
      </dgm:t>
    </dgm:pt>
    <dgm:pt modelId="{E52358B1-D83E-4053-9D47-34F910B386B3}">
      <dgm:prSet/>
      <dgm:spPr/>
      <dgm:t>
        <a:bodyPr/>
        <a:lstStyle/>
        <a:p>
          <a:pPr>
            <a:defRPr b="1"/>
          </a:pPr>
          <a:r>
            <a:rPr lang="de-DE" b="1"/>
            <a:t>Filter &amp; Suche</a:t>
          </a:r>
          <a:endParaRPr lang="en-US"/>
        </a:p>
      </dgm:t>
    </dgm:pt>
    <dgm:pt modelId="{90E86F14-1266-4C4B-91D8-7794F1A26186}" type="parTrans" cxnId="{21517B41-CE51-4B36-97E4-3857B930AB2E}">
      <dgm:prSet/>
      <dgm:spPr/>
      <dgm:t>
        <a:bodyPr/>
        <a:lstStyle/>
        <a:p>
          <a:endParaRPr lang="en-US"/>
        </a:p>
      </dgm:t>
    </dgm:pt>
    <dgm:pt modelId="{1BF18EBF-45F4-4B28-9B17-0C001A894E70}" type="sibTrans" cxnId="{21517B41-CE51-4B36-97E4-3857B930AB2E}">
      <dgm:prSet/>
      <dgm:spPr/>
      <dgm:t>
        <a:bodyPr/>
        <a:lstStyle/>
        <a:p>
          <a:endParaRPr lang="en-US"/>
        </a:p>
      </dgm:t>
    </dgm:pt>
    <dgm:pt modelId="{E01FB799-F3DB-46AD-87E5-2A236D8217C5}">
      <dgm:prSet/>
      <dgm:spPr/>
      <dgm:t>
        <a:bodyPr/>
        <a:lstStyle/>
        <a:p>
          <a:r>
            <a:rPr lang="de-DE"/>
            <a:t>Filter nach Status, Priorität und Zuständigkeit</a:t>
          </a:r>
          <a:endParaRPr lang="en-US"/>
        </a:p>
      </dgm:t>
    </dgm:pt>
    <dgm:pt modelId="{BE00A2D2-C833-47A9-92D8-086936E7365C}" type="parTrans" cxnId="{9D5F57B7-D43E-4754-B72E-BC6FCEB30DB1}">
      <dgm:prSet/>
      <dgm:spPr/>
      <dgm:t>
        <a:bodyPr/>
        <a:lstStyle/>
        <a:p>
          <a:endParaRPr lang="en-US"/>
        </a:p>
      </dgm:t>
    </dgm:pt>
    <dgm:pt modelId="{E153B250-4634-4583-8342-D9E0E48CBC78}" type="sibTrans" cxnId="{9D5F57B7-D43E-4754-B72E-BC6FCEB30DB1}">
      <dgm:prSet/>
      <dgm:spPr/>
      <dgm:t>
        <a:bodyPr/>
        <a:lstStyle/>
        <a:p>
          <a:endParaRPr lang="en-US"/>
        </a:p>
      </dgm:t>
    </dgm:pt>
    <dgm:pt modelId="{2DD2590B-24BF-4783-893B-B8B7390F697B}">
      <dgm:prSet/>
      <dgm:spPr/>
      <dgm:t>
        <a:bodyPr/>
        <a:lstStyle/>
        <a:p>
          <a:r>
            <a:rPr lang="de-DE"/>
            <a:t>Schnelle Verarbeitung durch </a:t>
          </a:r>
          <a:r>
            <a:rPr lang="de-DE" b="1"/>
            <a:t>LINQ‑Abfragen</a:t>
          </a:r>
          <a:endParaRPr lang="en-US"/>
        </a:p>
      </dgm:t>
    </dgm:pt>
    <dgm:pt modelId="{B1E1C213-32CB-44CE-B001-75043695F046}" type="parTrans" cxnId="{794C91FA-8CD8-4498-869C-61DE861FBFB2}">
      <dgm:prSet/>
      <dgm:spPr/>
      <dgm:t>
        <a:bodyPr/>
        <a:lstStyle/>
        <a:p>
          <a:endParaRPr lang="en-US"/>
        </a:p>
      </dgm:t>
    </dgm:pt>
    <dgm:pt modelId="{88D84B05-1C68-4D1F-B17E-F7A9D8EFDBF3}" type="sibTrans" cxnId="{794C91FA-8CD8-4498-869C-61DE861FBFB2}">
      <dgm:prSet/>
      <dgm:spPr/>
      <dgm:t>
        <a:bodyPr/>
        <a:lstStyle/>
        <a:p>
          <a:endParaRPr lang="en-US"/>
        </a:p>
      </dgm:t>
    </dgm:pt>
    <dgm:pt modelId="{F2C1B3EE-CCB8-47DA-A21C-8A62DE2DE81B}">
      <dgm:prSet/>
      <dgm:spPr/>
      <dgm:t>
        <a:bodyPr/>
        <a:lstStyle/>
        <a:p>
          <a:pPr>
            <a:defRPr b="1"/>
          </a:pPr>
          <a:r>
            <a:rPr lang="de-DE" b="1"/>
            <a:t>Rollen &amp; Zuweisung</a:t>
          </a:r>
          <a:endParaRPr lang="en-US"/>
        </a:p>
      </dgm:t>
    </dgm:pt>
    <dgm:pt modelId="{91B971AA-284F-48F7-86EE-1CCF88215829}" type="parTrans" cxnId="{2A5724EC-0358-4E2A-A353-A09CAA2D06F5}">
      <dgm:prSet/>
      <dgm:spPr/>
      <dgm:t>
        <a:bodyPr/>
        <a:lstStyle/>
        <a:p>
          <a:endParaRPr lang="en-US"/>
        </a:p>
      </dgm:t>
    </dgm:pt>
    <dgm:pt modelId="{2BDC6264-F91E-4831-98A8-EB7AE44BCAA2}" type="sibTrans" cxnId="{2A5724EC-0358-4E2A-A353-A09CAA2D06F5}">
      <dgm:prSet/>
      <dgm:spPr/>
      <dgm:t>
        <a:bodyPr/>
        <a:lstStyle/>
        <a:p>
          <a:endParaRPr lang="en-US"/>
        </a:p>
      </dgm:t>
    </dgm:pt>
    <dgm:pt modelId="{E2696BA9-B709-4F51-A30D-5B400D5D75F2}">
      <dgm:prSet/>
      <dgm:spPr/>
      <dgm:t>
        <a:bodyPr/>
        <a:lstStyle/>
        <a:p>
          <a:r>
            <a:rPr lang="de-DE"/>
            <a:t>Zuweisung von Tickets an Entwickler</a:t>
          </a:r>
          <a:endParaRPr lang="en-US"/>
        </a:p>
      </dgm:t>
    </dgm:pt>
    <dgm:pt modelId="{1DFD6F13-D66F-40F7-B98D-55CDE1153AB3}" type="parTrans" cxnId="{4F6E9C67-73D7-4EA1-82F6-057DE87A917C}">
      <dgm:prSet/>
      <dgm:spPr/>
      <dgm:t>
        <a:bodyPr/>
        <a:lstStyle/>
        <a:p>
          <a:endParaRPr lang="en-US"/>
        </a:p>
      </dgm:t>
    </dgm:pt>
    <dgm:pt modelId="{56585AE0-4252-4E42-860B-DACB53967365}" type="sibTrans" cxnId="{4F6E9C67-73D7-4EA1-82F6-057DE87A917C}">
      <dgm:prSet/>
      <dgm:spPr/>
      <dgm:t>
        <a:bodyPr/>
        <a:lstStyle/>
        <a:p>
          <a:endParaRPr lang="en-US"/>
        </a:p>
      </dgm:t>
    </dgm:pt>
    <dgm:pt modelId="{EC6A3346-30CB-4C22-ACD2-155D4FF042A5}">
      <dgm:prSet/>
      <dgm:spPr/>
      <dgm:t>
        <a:bodyPr/>
        <a:lstStyle/>
        <a:p>
          <a:r>
            <a:rPr lang="de-DE"/>
            <a:t>Rollenbasierte Rechte: </a:t>
          </a:r>
          <a:endParaRPr lang="en-US"/>
        </a:p>
      </dgm:t>
    </dgm:pt>
    <dgm:pt modelId="{716535D5-25B0-43FF-AD1E-7AF5FADF8933}" type="parTrans" cxnId="{084383CA-8223-425C-8D37-C2060A178E28}">
      <dgm:prSet/>
      <dgm:spPr/>
      <dgm:t>
        <a:bodyPr/>
        <a:lstStyle/>
        <a:p>
          <a:endParaRPr lang="en-US"/>
        </a:p>
      </dgm:t>
    </dgm:pt>
    <dgm:pt modelId="{12444ACF-091A-48AD-B5A8-FEBE04A523C0}" type="sibTrans" cxnId="{084383CA-8223-425C-8D37-C2060A178E28}">
      <dgm:prSet/>
      <dgm:spPr/>
      <dgm:t>
        <a:bodyPr/>
        <a:lstStyle/>
        <a:p>
          <a:endParaRPr lang="en-US"/>
        </a:p>
      </dgm:t>
    </dgm:pt>
    <dgm:pt modelId="{EC5F03DA-730A-4A64-B39C-EA79D1ADFC52}">
      <dgm:prSet/>
      <dgm:spPr/>
      <dgm:t>
        <a:bodyPr/>
        <a:lstStyle/>
        <a:p>
          <a:r>
            <a:rPr lang="de-DE"/>
            <a:t>Admin: Vollzugriff</a:t>
          </a:r>
          <a:endParaRPr lang="en-US"/>
        </a:p>
      </dgm:t>
    </dgm:pt>
    <dgm:pt modelId="{B9DBD24D-CDEF-4861-B63A-A526FF063C99}" type="parTrans" cxnId="{AD53EA2F-DD19-4CC5-AF1E-3162760A4AAC}">
      <dgm:prSet/>
      <dgm:spPr/>
      <dgm:t>
        <a:bodyPr/>
        <a:lstStyle/>
        <a:p>
          <a:endParaRPr lang="en-US"/>
        </a:p>
      </dgm:t>
    </dgm:pt>
    <dgm:pt modelId="{DF026D99-BDD8-43B7-9D74-D0449EBF7BDF}" type="sibTrans" cxnId="{AD53EA2F-DD19-4CC5-AF1E-3162760A4AAC}">
      <dgm:prSet/>
      <dgm:spPr/>
      <dgm:t>
        <a:bodyPr/>
        <a:lstStyle/>
        <a:p>
          <a:endParaRPr lang="en-US"/>
        </a:p>
      </dgm:t>
    </dgm:pt>
    <dgm:pt modelId="{00B70311-AF7C-4026-B1E6-1A0B42748941}">
      <dgm:prSet/>
      <dgm:spPr/>
      <dgm:t>
        <a:bodyPr/>
        <a:lstStyle/>
        <a:p>
          <a:r>
            <a:rPr lang="de-DE"/>
            <a:t>Entwickler: Bearbeitung</a:t>
          </a:r>
          <a:endParaRPr lang="en-US"/>
        </a:p>
      </dgm:t>
    </dgm:pt>
    <dgm:pt modelId="{A70D7F78-0A3A-4F6B-B312-23BF9AEDA4C6}" type="parTrans" cxnId="{A71CE794-E3BC-419C-838A-5E074C3973BA}">
      <dgm:prSet/>
      <dgm:spPr/>
      <dgm:t>
        <a:bodyPr/>
        <a:lstStyle/>
        <a:p>
          <a:endParaRPr lang="en-US"/>
        </a:p>
      </dgm:t>
    </dgm:pt>
    <dgm:pt modelId="{DDD254E5-910A-493D-B33A-546D72CC5E6B}" type="sibTrans" cxnId="{A71CE794-E3BC-419C-838A-5E074C3973BA}">
      <dgm:prSet/>
      <dgm:spPr/>
      <dgm:t>
        <a:bodyPr/>
        <a:lstStyle/>
        <a:p>
          <a:endParaRPr lang="en-US"/>
        </a:p>
      </dgm:t>
    </dgm:pt>
    <dgm:pt modelId="{D53B490B-1C3D-418E-B7BD-8A35052B9A07}">
      <dgm:prSet/>
      <dgm:spPr/>
      <dgm:t>
        <a:bodyPr/>
        <a:lstStyle/>
        <a:p>
          <a:r>
            <a:rPr lang="de-DE"/>
            <a:t>Tester: Ticket-Erstellung</a:t>
          </a:r>
          <a:endParaRPr lang="en-US"/>
        </a:p>
      </dgm:t>
    </dgm:pt>
    <dgm:pt modelId="{06CC2C8F-3736-490D-8939-885C3E94D811}" type="parTrans" cxnId="{35B1B539-B4B6-488B-836A-3294271C9E76}">
      <dgm:prSet/>
      <dgm:spPr/>
      <dgm:t>
        <a:bodyPr/>
        <a:lstStyle/>
        <a:p>
          <a:endParaRPr lang="en-US"/>
        </a:p>
      </dgm:t>
    </dgm:pt>
    <dgm:pt modelId="{E144999F-A3D3-45DE-81EA-7293BACAF12B}" type="sibTrans" cxnId="{35B1B539-B4B6-488B-836A-3294271C9E76}">
      <dgm:prSet/>
      <dgm:spPr/>
      <dgm:t>
        <a:bodyPr/>
        <a:lstStyle/>
        <a:p>
          <a:endParaRPr lang="en-US"/>
        </a:p>
      </dgm:t>
    </dgm:pt>
    <dgm:pt modelId="{61DAFBB8-57B7-4B57-977A-FD6390DBD000}">
      <dgm:prSet/>
      <dgm:spPr/>
      <dgm:t>
        <a:bodyPr/>
        <a:lstStyle/>
        <a:p>
          <a:pPr>
            <a:defRPr b="1"/>
          </a:pPr>
          <a:r>
            <a:rPr lang="de-DE" b="1"/>
            <a:t>Export</a:t>
          </a:r>
          <a:endParaRPr lang="en-US"/>
        </a:p>
      </dgm:t>
    </dgm:pt>
    <dgm:pt modelId="{6DE1190B-DB87-458F-86B0-3A7015AF933C}" type="parTrans" cxnId="{0CE53811-4292-40FA-B5BD-E0E7A4976941}">
      <dgm:prSet/>
      <dgm:spPr/>
      <dgm:t>
        <a:bodyPr/>
        <a:lstStyle/>
        <a:p>
          <a:endParaRPr lang="en-US"/>
        </a:p>
      </dgm:t>
    </dgm:pt>
    <dgm:pt modelId="{B3F63E19-EE81-4911-9569-3F60E12B84C3}" type="sibTrans" cxnId="{0CE53811-4292-40FA-B5BD-E0E7A4976941}">
      <dgm:prSet/>
      <dgm:spPr/>
      <dgm:t>
        <a:bodyPr/>
        <a:lstStyle/>
        <a:p>
          <a:endParaRPr lang="en-US"/>
        </a:p>
      </dgm:t>
    </dgm:pt>
    <dgm:pt modelId="{B4BE9F2B-DAE8-4850-85DF-81C2D638CE26}">
      <dgm:prSet/>
      <dgm:spPr/>
      <dgm:t>
        <a:bodyPr/>
        <a:lstStyle/>
        <a:p>
          <a:r>
            <a:rPr lang="de-DE"/>
            <a:t>Export als CSV</a:t>
          </a:r>
          <a:endParaRPr lang="en-US"/>
        </a:p>
      </dgm:t>
    </dgm:pt>
    <dgm:pt modelId="{0711366E-9292-40A0-AE81-C9E20E1AF271}" type="parTrans" cxnId="{44CB186E-4B2A-474A-A2FE-A5BE6CB50F8E}">
      <dgm:prSet/>
      <dgm:spPr/>
      <dgm:t>
        <a:bodyPr/>
        <a:lstStyle/>
        <a:p>
          <a:endParaRPr lang="en-US"/>
        </a:p>
      </dgm:t>
    </dgm:pt>
    <dgm:pt modelId="{E0AA79C2-0410-4EB7-999F-7FC7B65286F5}" type="sibTrans" cxnId="{44CB186E-4B2A-474A-A2FE-A5BE6CB50F8E}">
      <dgm:prSet/>
      <dgm:spPr/>
      <dgm:t>
        <a:bodyPr/>
        <a:lstStyle/>
        <a:p>
          <a:endParaRPr lang="en-US"/>
        </a:p>
      </dgm:t>
    </dgm:pt>
    <dgm:pt modelId="{562AC1C7-397C-4B1C-9D2A-BC1F31E24259}">
      <dgm:prSet/>
      <dgm:spPr/>
      <dgm:t>
        <a:bodyPr/>
        <a:lstStyle/>
        <a:p>
          <a:r>
            <a:rPr lang="de-DE"/>
            <a:t>PDF‑Export über </a:t>
          </a:r>
          <a:r>
            <a:rPr lang="de-DE" i="1"/>
            <a:t>iTextSharp</a:t>
          </a:r>
          <a:endParaRPr lang="en-US"/>
        </a:p>
      </dgm:t>
    </dgm:pt>
    <dgm:pt modelId="{EFD4F34E-30BE-4F4E-BF0F-918D2160155F}" type="parTrans" cxnId="{AD8D5BCC-E622-4C4E-A3C5-04CB05B224EE}">
      <dgm:prSet/>
      <dgm:spPr/>
      <dgm:t>
        <a:bodyPr/>
        <a:lstStyle/>
        <a:p>
          <a:endParaRPr lang="en-US"/>
        </a:p>
      </dgm:t>
    </dgm:pt>
    <dgm:pt modelId="{94D1E824-5DCA-47E0-9894-4580899AF216}" type="sibTrans" cxnId="{AD8D5BCC-E622-4C4E-A3C5-04CB05B224EE}">
      <dgm:prSet/>
      <dgm:spPr/>
      <dgm:t>
        <a:bodyPr/>
        <a:lstStyle/>
        <a:p>
          <a:endParaRPr lang="en-US"/>
        </a:p>
      </dgm:t>
    </dgm:pt>
    <dgm:pt modelId="{05C86C1C-D614-4522-AB95-C7FC9B062DD7}">
      <dgm:prSet/>
      <dgm:spPr/>
      <dgm:t>
        <a:bodyPr/>
        <a:lstStyle/>
        <a:p>
          <a:r>
            <a:rPr lang="de-DE"/>
            <a:t>Optional: Druckfunktion</a:t>
          </a:r>
          <a:endParaRPr lang="en-US"/>
        </a:p>
      </dgm:t>
    </dgm:pt>
    <dgm:pt modelId="{A27CB81C-66FD-4D42-9E5C-56122D303387}" type="parTrans" cxnId="{D947A591-8E28-4528-AF70-BFE227B04228}">
      <dgm:prSet/>
      <dgm:spPr/>
      <dgm:t>
        <a:bodyPr/>
        <a:lstStyle/>
        <a:p>
          <a:endParaRPr lang="en-US"/>
        </a:p>
      </dgm:t>
    </dgm:pt>
    <dgm:pt modelId="{68279718-0909-4230-869A-E0F9B80A1A4E}" type="sibTrans" cxnId="{D947A591-8E28-4528-AF70-BFE227B04228}">
      <dgm:prSet/>
      <dgm:spPr/>
      <dgm:t>
        <a:bodyPr/>
        <a:lstStyle/>
        <a:p>
          <a:endParaRPr lang="en-US"/>
        </a:p>
      </dgm:t>
    </dgm:pt>
    <dgm:pt modelId="{A0B8477F-AFB4-4385-819E-7C61355AF825}" type="pres">
      <dgm:prSet presAssocID="{E2430908-D2F1-4A7A-A00E-0ACE07968F36}" presName="root" presStyleCnt="0">
        <dgm:presLayoutVars>
          <dgm:dir/>
          <dgm:resizeHandles val="exact"/>
        </dgm:presLayoutVars>
      </dgm:prSet>
      <dgm:spPr/>
    </dgm:pt>
    <dgm:pt modelId="{2EDA2FFF-82F1-4F2A-A428-546333E0B70B}" type="pres">
      <dgm:prSet presAssocID="{24424CF5-0DF3-4280-BFD5-46AA19E7806B}" presName="compNode" presStyleCnt="0"/>
      <dgm:spPr/>
    </dgm:pt>
    <dgm:pt modelId="{1CB6F1C5-9A2F-411E-A3FA-B73952DCA18C}" type="pres">
      <dgm:prSet presAssocID="{24424CF5-0DF3-4280-BFD5-46AA19E7806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erer"/>
        </a:ext>
      </dgm:extLst>
    </dgm:pt>
    <dgm:pt modelId="{5E08D0C0-05BB-4C60-913D-B7F7D3B67D91}" type="pres">
      <dgm:prSet presAssocID="{24424CF5-0DF3-4280-BFD5-46AA19E7806B}" presName="iconSpace" presStyleCnt="0"/>
      <dgm:spPr/>
    </dgm:pt>
    <dgm:pt modelId="{1274F6DF-9D3A-48C8-A0C0-6F823B508280}" type="pres">
      <dgm:prSet presAssocID="{24424CF5-0DF3-4280-BFD5-46AA19E7806B}" presName="parTx" presStyleLbl="revTx" presStyleIdx="0" presStyleCnt="10">
        <dgm:presLayoutVars>
          <dgm:chMax val="0"/>
          <dgm:chPref val="0"/>
        </dgm:presLayoutVars>
      </dgm:prSet>
      <dgm:spPr/>
    </dgm:pt>
    <dgm:pt modelId="{7E744E6A-91BC-4EDE-832B-65959E0A29CC}" type="pres">
      <dgm:prSet presAssocID="{24424CF5-0DF3-4280-BFD5-46AA19E7806B}" presName="txSpace" presStyleCnt="0"/>
      <dgm:spPr/>
    </dgm:pt>
    <dgm:pt modelId="{FD71C017-EEB8-4C91-934B-754EAD5747B5}" type="pres">
      <dgm:prSet presAssocID="{24424CF5-0DF3-4280-BFD5-46AA19E7806B}" presName="desTx" presStyleLbl="revTx" presStyleIdx="1" presStyleCnt="10">
        <dgm:presLayoutVars/>
      </dgm:prSet>
      <dgm:spPr/>
    </dgm:pt>
    <dgm:pt modelId="{44C12B72-793E-4D41-A560-096E78806F5B}" type="pres">
      <dgm:prSet presAssocID="{A3FA5522-A2E2-4E3A-8831-58F01E2CB023}" presName="sibTrans" presStyleCnt="0"/>
      <dgm:spPr/>
    </dgm:pt>
    <dgm:pt modelId="{18B915CE-9ECD-458F-87C2-A5AC33922673}" type="pres">
      <dgm:prSet presAssocID="{8EC2A640-C83B-42E9-BE62-B440EAC309CB}" presName="compNode" presStyleCnt="0"/>
      <dgm:spPr/>
    </dgm:pt>
    <dgm:pt modelId="{9DEA3CC4-B50E-4FBF-B44D-23EE8A2F8905}" type="pres">
      <dgm:prSet presAssocID="{8EC2A640-C83B-42E9-BE62-B440EAC309C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01C48BAE-F01D-456B-A70A-CEEEA61DE4F6}" type="pres">
      <dgm:prSet presAssocID="{8EC2A640-C83B-42E9-BE62-B440EAC309CB}" presName="iconSpace" presStyleCnt="0"/>
      <dgm:spPr/>
    </dgm:pt>
    <dgm:pt modelId="{59D524C7-77B8-452B-90A8-03890368EDB7}" type="pres">
      <dgm:prSet presAssocID="{8EC2A640-C83B-42E9-BE62-B440EAC309CB}" presName="parTx" presStyleLbl="revTx" presStyleIdx="2" presStyleCnt="10">
        <dgm:presLayoutVars>
          <dgm:chMax val="0"/>
          <dgm:chPref val="0"/>
        </dgm:presLayoutVars>
      </dgm:prSet>
      <dgm:spPr/>
    </dgm:pt>
    <dgm:pt modelId="{8D8763D7-58EE-442C-8D61-8130D7AEE4AF}" type="pres">
      <dgm:prSet presAssocID="{8EC2A640-C83B-42E9-BE62-B440EAC309CB}" presName="txSpace" presStyleCnt="0"/>
      <dgm:spPr/>
    </dgm:pt>
    <dgm:pt modelId="{10CDD844-B6C4-4FD7-806D-6B007915E790}" type="pres">
      <dgm:prSet presAssocID="{8EC2A640-C83B-42E9-BE62-B440EAC309CB}" presName="desTx" presStyleLbl="revTx" presStyleIdx="3" presStyleCnt="10">
        <dgm:presLayoutVars/>
      </dgm:prSet>
      <dgm:spPr/>
    </dgm:pt>
    <dgm:pt modelId="{6C55EAFF-DBB5-4D94-9CB9-5BD0299751B0}" type="pres">
      <dgm:prSet presAssocID="{57248F70-2C29-4E60-B57F-C16B88CA53D5}" presName="sibTrans" presStyleCnt="0"/>
      <dgm:spPr/>
    </dgm:pt>
    <dgm:pt modelId="{4629D2A6-C651-47C1-BA62-7C7CB9C21AE6}" type="pres">
      <dgm:prSet presAssocID="{E52358B1-D83E-4053-9D47-34F910B386B3}" presName="compNode" presStyleCnt="0"/>
      <dgm:spPr/>
    </dgm:pt>
    <dgm:pt modelId="{D02152E7-7B0A-40F3-BAB0-2372C5080095}" type="pres">
      <dgm:prSet presAssocID="{E52358B1-D83E-4053-9D47-34F910B386B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805B924-CEAF-4D78-B21E-216B23EBAF89}" type="pres">
      <dgm:prSet presAssocID="{E52358B1-D83E-4053-9D47-34F910B386B3}" presName="iconSpace" presStyleCnt="0"/>
      <dgm:spPr/>
    </dgm:pt>
    <dgm:pt modelId="{EE31F3B0-0F15-4BC3-912B-7692A0C23454}" type="pres">
      <dgm:prSet presAssocID="{E52358B1-D83E-4053-9D47-34F910B386B3}" presName="parTx" presStyleLbl="revTx" presStyleIdx="4" presStyleCnt="10">
        <dgm:presLayoutVars>
          <dgm:chMax val="0"/>
          <dgm:chPref val="0"/>
        </dgm:presLayoutVars>
      </dgm:prSet>
      <dgm:spPr/>
    </dgm:pt>
    <dgm:pt modelId="{B473A15C-54AE-4993-97CC-F567D98AAF20}" type="pres">
      <dgm:prSet presAssocID="{E52358B1-D83E-4053-9D47-34F910B386B3}" presName="txSpace" presStyleCnt="0"/>
      <dgm:spPr/>
    </dgm:pt>
    <dgm:pt modelId="{DABF89CB-BB9C-48D0-9F0C-D7F5E077560F}" type="pres">
      <dgm:prSet presAssocID="{E52358B1-D83E-4053-9D47-34F910B386B3}" presName="desTx" presStyleLbl="revTx" presStyleIdx="5" presStyleCnt="10">
        <dgm:presLayoutVars/>
      </dgm:prSet>
      <dgm:spPr/>
    </dgm:pt>
    <dgm:pt modelId="{B719AF94-9F5A-4D46-B6EB-79EC1A5603CC}" type="pres">
      <dgm:prSet presAssocID="{1BF18EBF-45F4-4B28-9B17-0C001A894E70}" presName="sibTrans" presStyleCnt="0"/>
      <dgm:spPr/>
    </dgm:pt>
    <dgm:pt modelId="{7D6095E9-0937-48D9-A171-27020DBC8B30}" type="pres">
      <dgm:prSet presAssocID="{F2C1B3EE-CCB8-47DA-A21C-8A62DE2DE81B}" presName="compNode" presStyleCnt="0"/>
      <dgm:spPr/>
    </dgm:pt>
    <dgm:pt modelId="{6ECD26AE-64E3-4E52-B5B1-20ED43E9B6E6}" type="pres">
      <dgm:prSet presAssocID="{F2C1B3EE-CCB8-47DA-A21C-8A62DE2DE81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nutzer"/>
        </a:ext>
      </dgm:extLst>
    </dgm:pt>
    <dgm:pt modelId="{08CEA2E9-469B-4851-A25D-6D36CAB7C1F3}" type="pres">
      <dgm:prSet presAssocID="{F2C1B3EE-CCB8-47DA-A21C-8A62DE2DE81B}" presName="iconSpace" presStyleCnt="0"/>
      <dgm:spPr/>
    </dgm:pt>
    <dgm:pt modelId="{B234EF9E-EE30-4914-A72D-9702EE8716FD}" type="pres">
      <dgm:prSet presAssocID="{F2C1B3EE-CCB8-47DA-A21C-8A62DE2DE81B}" presName="parTx" presStyleLbl="revTx" presStyleIdx="6" presStyleCnt="10">
        <dgm:presLayoutVars>
          <dgm:chMax val="0"/>
          <dgm:chPref val="0"/>
        </dgm:presLayoutVars>
      </dgm:prSet>
      <dgm:spPr/>
    </dgm:pt>
    <dgm:pt modelId="{5018DFCD-EC4C-4FC3-9777-CC77B67ED44D}" type="pres">
      <dgm:prSet presAssocID="{F2C1B3EE-CCB8-47DA-A21C-8A62DE2DE81B}" presName="txSpace" presStyleCnt="0"/>
      <dgm:spPr/>
    </dgm:pt>
    <dgm:pt modelId="{4736D17D-31AE-4246-9C49-2C8A74421290}" type="pres">
      <dgm:prSet presAssocID="{F2C1B3EE-CCB8-47DA-A21C-8A62DE2DE81B}" presName="desTx" presStyleLbl="revTx" presStyleIdx="7" presStyleCnt="10">
        <dgm:presLayoutVars/>
      </dgm:prSet>
      <dgm:spPr/>
    </dgm:pt>
    <dgm:pt modelId="{CCC4A2C3-A19D-453A-A892-B53963B3FB39}" type="pres">
      <dgm:prSet presAssocID="{2BDC6264-F91E-4831-98A8-EB7AE44BCAA2}" presName="sibTrans" presStyleCnt="0"/>
      <dgm:spPr/>
    </dgm:pt>
    <dgm:pt modelId="{E3D96FDD-FA03-4E57-9553-10343C2C0111}" type="pres">
      <dgm:prSet presAssocID="{61DAFBB8-57B7-4B57-977A-FD6390DBD000}" presName="compNode" presStyleCnt="0"/>
      <dgm:spPr/>
    </dgm:pt>
    <dgm:pt modelId="{25B9DCC2-5DB1-4DA8-90D6-2324B8E8DB04}" type="pres">
      <dgm:prSet presAssocID="{61DAFBB8-57B7-4B57-977A-FD6390DBD00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eigeben"/>
        </a:ext>
      </dgm:extLst>
    </dgm:pt>
    <dgm:pt modelId="{D1176867-B653-4288-A7AA-D21FFDD99DF1}" type="pres">
      <dgm:prSet presAssocID="{61DAFBB8-57B7-4B57-977A-FD6390DBD000}" presName="iconSpace" presStyleCnt="0"/>
      <dgm:spPr/>
    </dgm:pt>
    <dgm:pt modelId="{4A58FB71-A5A2-4D10-8F0E-B7B60B1DD1FB}" type="pres">
      <dgm:prSet presAssocID="{61DAFBB8-57B7-4B57-977A-FD6390DBD000}" presName="parTx" presStyleLbl="revTx" presStyleIdx="8" presStyleCnt="10">
        <dgm:presLayoutVars>
          <dgm:chMax val="0"/>
          <dgm:chPref val="0"/>
        </dgm:presLayoutVars>
      </dgm:prSet>
      <dgm:spPr/>
    </dgm:pt>
    <dgm:pt modelId="{CA15B5F5-042C-4496-86D3-6388CD69A0BF}" type="pres">
      <dgm:prSet presAssocID="{61DAFBB8-57B7-4B57-977A-FD6390DBD000}" presName="txSpace" presStyleCnt="0"/>
      <dgm:spPr/>
    </dgm:pt>
    <dgm:pt modelId="{6B332259-6C3B-4C4A-BBCC-0761267C0CDE}" type="pres">
      <dgm:prSet presAssocID="{61DAFBB8-57B7-4B57-977A-FD6390DBD000}" presName="desTx" presStyleLbl="revTx" presStyleIdx="9" presStyleCnt="10">
        <dgm:presLayoutVars/>
      </dgm:prSet>
      <dgm:spPr/>
    </dgm:pt>
  </dgm:ptLst>
  <dgm:cxnLst>
    <dgm:cxn modelId="{0CE53811-4292-40FA-B5BD-E0E7A4976941}" srcId="{E2430908-D2F1-4A7A-A00E-0ACE07968F36}" destId="{61DAFBB8-57B7-4B57-977A-FD6390DBD000}" srcOrd="4" destOrd="0" parTransId="{6DE1190B-DB87-458F-86B0-3A7015AF933C}" sibTransId="{B3F63E19-EE81-4911-9569-3F60E12B84C3}"/>
    <dgm:cxn modelId="{AD53EA2F-DD19-4CC5-AF1E-3162760A4AAC}" srcId="{EC6A3346-30CB-4C22-ACD2-155D4FF042A5}" destId="{EC5F03DA-730A-4A64-B39C-EA79D1ADFC52}" srcOrd="0" destOrd="0" parTransId="{B9DBD24D-CDEF-4861-B63A-A526FF063C99}" sibTransId="{DF026D99-BDD8-43B7-9D74-D0449EBF7BDF}"/>
    <dgm:cxn modelId="{BE7F3136-8ABA-4697-A98E-528F4BB42A16}" type="presOf" srcId="{CDE5C35C-2261-404B-9E06-8150297C95B7}" destId="{10CDD844-B6C4-4FD7-806D-6B007915E790}" srcOrd="0" destOrd="1" presId="urn:microsoft.com/office/officeart/2018/2/layout/IconLabelDescriptionList"/>
    <dgm:cxn modelId="{60DA6F39-0C20-4140-BA23-2B49A79785EC}" srcId="{8EC2A640-C83B-42E9-BE62-B440EAC309CB}" destId="{55C88B1D-CA6C-468C-8592-58D1F5F041C7}" srcOrd="0" destOrd="0" parTransId="{F0727A66-E882-432B-AE46-01C982D1C4E5}" sibTransId="{28700123-B7C0-457A-B201-C011BE279A1B}"/>
    <dgm:cxn modelId="{35B1B539-B4B6-488B-836A-3294271C9E76}" srcId="{EC6A3346-30CB-4C22-ACD2-155D4FF042A5}" destId="{D53B490B-1C3D-418E-B7BD-8A35052B9A07}" srcOrd="2" destOrd="0" parTransId="{06CC2C8F-3736-490D-8939-885C3E94D811}" sibTransId="{E144999F-A3D3-45DE-81EA-7293BACAF12B}"/>
    <dgm:cxn modelId="{70C90A3C-9568-45C5-B172-28BB96A4588D}" type="presOf" srcId="{D53B490B-1C3D-418E-B7BD-8A35052B9A07}" destId="{4736D17D-31AE-4246-9C49-2C8A74421290}" srcOrd="0" destOrd="4" presId="urn:microsoft.com/office/officeart/2018/2/layout/IconLabelDescriptionList"/>
    <dgm:cxn modelId="{21517B41-CE51-4B36-97E4-3857B930AB2E}" srcId="{E2430908-D2F1-4A7A-A00E-0ACE07968F36}" destId="{E52358B1-D83E-4053-9D47-34F910B386B3}" srcOrd="2" destOrd="0" parTransId="{90E86F14-1266-4C4B-91D8-7794F1A26186}" sibTransId="{1BF18EBF-45F4-4B28-9B17-0C001A894E70}"/>
    <dgm:cxn modelId="{A55D8943-7B7A-4668-BB4D-ED1B7190C9E6}" type="presOf" srcId="{8EC2A640-C83B-42E9-BE62-B440EAC309CB}" destId="{59D524C7-77B8-452B-90A8-03890368EDB7}" srcOrd="0" destOrd="0" presId="urn:microsoft.com/office/officeart/2018/2/layout/IconLabelDescriptionList"/>
    <dgm:cxn modelId="{4F6E9C67-73D7-4EA1-82F6-057DE87A917C}" srcId="{F2C1B3EE-CCB8-47DA-A21C-8A62DE2DE81B}" destId="{E2696BA9-B709-4F51-A30D-5B400D5D75F2}" srcOrd="0" destOrd="0" parTransId="{1DFD6F13-D66F-40F7-B98D-55CDE1153AB3}" sibTransId="{56585AE0-4252-4E42-860B-DACB53967365}"/>
    <dgm:cxn modelId="{5D861E69-7C7D-415A-94E8-357E087F74DF}" srcId="{24424CF5-0DF3-4280-BFD5-46AA19E7806B}" destId="{04750201-ABDA-4B46-A6CA-2AC6368290B0}" srcOrd="1" destOrd="0" parTransId="{60867CB6-D70F-425E-B0A9-DDBFA498FF11}" sibTransId="{6299727E-1E3A-4BCC-9049-344747A3F7F1}"/>
    <dgm:cxn modelId="{B6C07E4C-EF17-430F-8368-BA8721AB7A79}" type="presOf" srcId="{EC6A3346-30CB-4C22-ACD2-155D4FF042A5}" destId="{4736D17D-31AE-4246-9C49-2C8A74421290}" srcOrd="0" destOrd="1" presId="urn:microsoft.com/office/officeart/2018/2/layout/IconLabelDescriptionList"/>
    <dgm:cxn modelId="{9AEB2D6D-4B02-4D5A-B397-7D7DF7C1D602}" type="presOf" srcId="{05C86C1C-D614-4522-AB95-C7FC9B062DD7}" destId="{6B332259-6C3B-4C4A-BBCC-0761267C0CDE}" srcOrd="0" destOrd="2" presId="urn:microsoft.com/office/officeart/2018/2/layout/IconLabelDescriptionList"/>
    <dgm:cxn modelId="{44CB186E-4B2A-474A-A2FE-A5BE6CB50F8E}" srcId="{61DAFBB8-57B7-4B57-977A-FD6390DBD000}" destId="{B4BE9F2B-DAE8-4850-85DF-81C2D638CE26}" srcOrd="0" destOrd="0" parTransId="{0711366E-9292-40A0-AE81-C9E20E1AF271}" sibTransId="{E0AA79C2-0410-4EB7-999F-7FC7B65286F5}"/>
    <dgm:cxn modelId="{06EB5975-0F34-4923-BD8B-A6BD0434FEB7}" type="presOf" srcId="{61DAFBB8-57B7-4B57-977A-FD6390DBD000}" destId="{4A58FB71-A5A2-4D10-8F0E-B7B60B1DD1FB}" srcOrd="0" destOrd="0" presId="urn:microsoft.com/office/officeart/2018/2/layout/IconLabelDescriptionList"/>
    <dgm:cxn modelId="{C6B78059-BB84-40A4-AE13-A4F0D45ABECC}" type="presOf" srcId="{55C88B1D-CA6C-468C-8592-58D1F5F041C7}" destId="{10CDD844-B6C4-4FD7-806D-6B007915E790}" srcOrd="0" destOrd="0" presId="urn:microsoft.com/office/officeart/2018/2/layout/IconLabelDescriptionList"/>
    <dgm:cxn modelId="{2AC69B79-B53F-4415-A52A-16A63C909EC3}" type="presOf" srcId="{E01FB799-F3DB-46AD-87E5-2A236D8217C5}" destId="{DABF89CB-BB9C-48D0-9F0C-D7F5E077560F}" srcOrd="0" destOrd="0" presId="urn:microsoft.com/office/officeart/2018/2/layout/IconLabelDescriptionList"/>
    <dgm:cxn modelId="{62DDC779-9937-46DC-AFEE-8FAB8624B7F3}" type="presOf" srcId="{00B70311-AF7C-4026-B1E6-1A0B42748941}" destId="{4736D17D-31AE-4246-9C49-2C8A74421290}" srcOrd="0" destOrd="3" presId="urn:microsoft.com/office/officeart/2018/2/layout/IconLabelDescriptionList"/>
    <dgm:cxn modelId="{D39D3E8D-1BA7-4855-9E1C-B7B5136B33BE}" type="presOf" srcId="{F2C1B3EE-CCB8-47DA-A21C-8A62DE2DE81B}" destId="{B234EF9E-EE30-4914-A72D-9702EE8716FD}" srcOrd="0" destOrd="0" presId="urn:microsoft.com/office/officeart/2018/2/layout/IconLabelDescriptionList"/>
    <dgm:cxn modelId="{D947A591-8E28-4528-AF70-BFE227B04228}" srcId="{61DAFBB8-57B7-4B57-977A-FD6390DBD000}" destId="{05C86C1C-D614-4522-AB95-C7FC9B062DD7}" srcOrd="2" destOrd="0" parTransId="{A27CB81C-66FD-4D42-9E5C-56122D303387}" sibTransId="{68279718-0909-4230-869A-E0F9B80A1A4E}"/>
    <dgm:cxn modelId="{765F5E92-4A52-48DE-89EC-7CE8F4EB275C}" type="presOf" srcId="{E52358B1-D83E-4053-9D47-34F910B386B3}" destId="{EE31F3B0-0F15-4BC3-912B-7692A0C23454}" srcOrd="0" destOrd="0" presId="urn:microsoft.com/office/officeart/2018/2/layout/IconLabelDescriptionList"/>
    <dgm:cxn modelId="{A71CE794-E3BC-419C-838A-5E074C3973BA}" srcId="{EC6A3346-30CB-4C22-ACD2-155D4FF042A5}" destId="{00B70311-AF7C-4026-B1E6-1A0B42748941}" srcOrd="1" destOrd="0" parTransId="{A70D7F78-0A3A-4F6B-B312-23BF9AEDA4C6}" sibTransId="{DDD254E5-910A-493D-B33A-546D72CC5E6B}"/>
    <dgm:cxn modelId="{0B43ED94-2567-4353-B41F-FD547C0A9D97}" type="presOf" srcId="{EEAEE84B-3BB0-4781-A3C5-063CF009FFCA}" destId="{FD71C017-EEB8-4C91-934B-754EAD5747B5}" srcOrd="0" destOrd="2" presId="urn:microsoft.com/office/officeart/2018/2/layout/IconLabelDescriptionList"/>
    <dgm:cxn modelId="{EE0E6B9A-08D4-4BD9-BD3E-E72D8B48FE13}" type="presOf" srcId="{04750201-ABDA-4B46-A6CA-2AC6368290B0}" destId="{FD71C017-EEB8-4C91-934B-754EAD5747B5}" srcOrd="0" destOrd="1" presId="urn:microsoft.com/office/officeart/2018/2/layout/IconLabelDescriptionList"/>
    <dgm:cxn modelId="{321BBDA7-56AF-458A-948D-40BBE8D917DF}" type="presOf" srcId="{B4BE9F2B-DAE8-4850-85DF-81C2D638CE26}" destId="{6B332259-6C3B-4C4A-BBCC-0761267C0CDE}" srcOrd="0" destOrd="0" presId="urn:microsoft.com/office/officeart/2018/2/layout/IconLabelDescriptionList"/>
    <dgm:cxn modelId="{47E7C3A8-E236-4744-A621-94EF395139E8}" type="presOf" srcId="{562AC1C7-397C-4B1C-9D2A-BC1F31E24259}" destId="{6B332259-6C3B-4C4A-BBCC-0761267C0CDE}" srcOrd="0" destOrd="1" presId="urn:microsoft.com/office/officeart/2018/2/layout/IconLabelDescriptionList"/>
    <dgm:cxn modelId="{8A55D1A9-22CE-4240-8718-E7D064B3CDCB}" srcId="{E2430908-D2F1-4A7A-A00E-0ACE07968F36}" destId="{24424CF5-0DF3-4280-BFD5-46AA19E7806B}" srcOrd="0" destOrd="0" parTransId="{50DC3474-D396-42BE-8D28-6211A6DA1E86}" sibTransId="{A3FA5522-A2E2-4E3A-8831-58F01E2CB023}"/>
    <dgm:cxn modelId="{6533D0AD-757B-42E3-9FBB-A05676E26F12}" srcId="{8EC2A640-C83B-42E9-BE62-B440EAC309CB}" destId="{CDE5C35C-2261-404B-9E06-8150297C95B7}" srcOrd="1" destOrd="0" parTransId="{B7E6EDAC-9C81-418B-8D88-3AD36EF9D97C}" sibTransId="{F3AFC310-66B8-4D47-98D1-60747150B2A8}"/>
    <dgm:cxn modelId="{9D5F57B7-D43E-4754-B72E-BC6FCEB30DB1}" srcId="{E52358B1-D83E-4053-9D47-34F910B386B3}" destId="{E01FB799-F3DB-46AD-87E5-2A236D8217C5}" srcOrd="0" destOrd="0" parTransId="{BE00A2D2-C833-47A9-92D8-086936E7365C}" sibTransId="{E153B250-4634-4583-8342-D9E0E48CBC78}"/>
    <dgm:cxn modelId="{B9F299BB-6DD7-4C9A-AC9E-3D469A855EF7}" type="presOf" srcId="{E2430908-D2F1-4A7A-A00E-0ACE07968F36}" destId="{A0B8477F-AFB4-4385-819E-7C61355AF825}" srcOrd="0" destOrd="0" presId="urn:microsoft.com/office/officeart/2018/2/layout/IconLabelDescriptionList"/>
    <dgm:cxn modelId="{8C04FAC1-568F-4C3B-8CA3-4A18E1BE0A5A}" type="presOf" srcId="{E2696BA9-B709-4F51-A30D-5B400D5D75F2}" destId="{4736D17D-31AE-4246-9C49-2C8A74421290}" srcOrd="0" destOrd="0" presId="urn:microsoft.com/office/officeart/2018/2/layout/IconLabelDescriptionList"/>
    <dgm:cxn modelId="{2CE29FC3-89C4-4E44-B489-BE4283FF8EEC}" type="presOf" srcId="{2DD2590B-24BF-4783-893B-B8B7390F697B}" destId="{DABF89CB-BB9C-48D0-9F0C-D7F5E077560F}" srcOrd="0" destOrd="1" presId="urn:microsoft.com/office/officeart/2018/2/layout/IconLabelDescriptionList"/>
    <dgm:cxn modelId="{892F87C8-C9E3-4D04-AA1E-7EA8E8811BAA}" type="presOf" srcId="{EC5F03DA-730A-4A64-B39C-EA79D1ADFC52}" destId="{4736D17D-31AE-4246-9C49-2C8A74421290}" srcOrd="0" destOrd="2" presId="urn:microsoft.com/office/officeart/2018/2/layout/IconLabelDescriptionList"/>
    <dgm:cxn modelId="{2782DAC8-54B0-47DF-9323-BB7946CF5F98}" type="presOf" srcId="{C611403D-8050-4172-B583-3621B8FE7099}" destId="{10CDD844-B6C4-4FD7-806D-6B007915E790}" srcOrd="0" destOrd="2" presId="urn:microsoft.com/office/officeart/2018/2/layout/IconLabelDescriptionList"/>
    <dgm:cxn modelId="{084383CA-8223-425C-8D37-C2060A178E28}" srcId="{F2C1B3EE-CCB8-47DA-A21C-8A62DE2DE81B}" destId="{EC6A3346-30CB-4C22-ACD2-155D4FF042A5}" srcOrd="1" destOrd="0" parTransId="{716535D5-25B0-43FF-AD1E-7AF5FADF8933}" sibTransId="{12444ACF-091A-48AD-B5A8-FEBE04A523C0}"/>
    <dgm:cxn modelId="{AD8D5BCC-E622-4C4E-A3C5-04CB05B224EE}" srcId="{61DAFBB8-57B7-4B57-977A-FD6390DBD000}" destId="{562AC1C7-397C-4B1C-9D2A-BC1F31E24259}" srcOrd="1" destOrd="0" parTransId="{EFD4F34E-30BE-4F4E-BF0F-918D2160155F}" sibTransId="{94D1E824-5DCA-47E0-9894-4580899AF216}"/>
    <dgm:cxn modelId="{C08195D2-EBC7-41E3-966E-792E5B00DBEA}" srcId="{24424CF5-0DF3-4280-BFD5-46AA19E7806B}" destId="{EEAEE84B-3BB0-4781-A3C5-063CF009FFCA}" srcOrd="2" destOrd="0" parTransId="{3F06758F-FCAB-444F-B0C7-D2EB4F189A28}" sibTransId="{581A9385-61D9-4BEC-A3EC-EDAADBA1556C}"/>
    <dgm:cxn modelId="{6C148CD3-B827-440E-8956-1FD0C9C78880}" srcId="{24424CF5-0DF3-4280-BFD5-46AA19E7806B}" destId="{6AB1ECA0-4197-4DA4-BCBB-5AF10775A738}" srcOrd="0" destOrd="0" parTransId="{4430B29C-361E-4292-ADDE-D08002D2135A}" sibTransId="{372072F4-7C29-4D6A-A362-7F7E36A8D7F8}"/>
    <dgm:cxn modelId="{2634F4E1-7EFE-4455-A4E4-CEB7E3576514}" type="presOf" srcId="{6AB1ECA0-4197-4DA4-BCBB-5AF10775A738}" destId="{FD71C017-EEB8-4C91-934B-754EAD5747B5}" srcOrd="0" destOrd="0" presId="urn:microsoft.com/office/officeart/2018/2/layout/IconLabelDescriptionList"/>
    <dgm:cxn modelId="{641343E4-3C31-4738-9095-C4F8DC3A0030}" type="presOf" srcId="{24424CF5-0DF3-4280-BFD5-46AA19E7806B}" destId="{1274F6DF-9D3A-48C8-A0C0-6F823B508280}" srcOrd="0" destOrd="0" presId="urn:microsoft.com/office/officeart/2018/2/layout/IconLabelDescriptionList"/>
    <dgm:cxn modelId="{70BE10E5-69BD-4921-BA0B-4A6DE556D1F8}" srcId="{E2430908-D2F1-4A7A-A00E-0ACE07968F36}" destId="{8EC2A640-C83B-42E9-BE62-B440EAC309CB}" srcOrd="1" destOrd="0" parTransId="{C818542B-0E1F-4B24-AF29-0DA9DF7805B9}" sibTransId="{57248F70-2C29-4E60-B57F-C16B88CA53D5}"/>
    <dgm:cxn modelId="{2A5724EC-0358-4E2A-A353-A09CAA2D06F5}" srcId="{E2430908-D2F1-4A7A-A00E-0ACE07968F36}" destId="{F2C1B3EE-CCB8-47DA-A21C-8A62DE2DE81B}" srcOrd="3" destOrd="0" parTransId="{91B971AA-284F-48F7-86EE-1CCF88215829}" sibTransId="{2BDC6264-F91E-4831-98A8-EB7AE44BCAA2}"/>
    <dgm:cxn modelId="{A664D5F7-E607-4B2E-8925-D5004CC7A46E}" srcId="{8EC2A640-C83B-42E9-BE62-B440EAC309CB}" destId="{C611403D-8050-4172-B583-3621B8FE7099}" srcOrd="2" destOrd="0" parTransId="{AE9AE128-87E1-4C0F-BD5F-B899976EE4F7}" sibTransId="{A8D21C63-551A-49F8-8114-FFEEEF067F22}"/>
    <dgm:cxn modelId="{794C91FA-8CD8-4498-869C-61DE861FBFB2}" srcId="{E52358B1-D83E-4053-9D47-34F910B386B3}" destId="{2DD2590B-24BF-4783-893B-B8B7390F697B}" srcOrd="1" destOrd="0" parTransId="{B1E1C213-32CB-44CE-B001-75043695F046}" sibTransId="{88D84B05-1C68-4D1F-B17E-F7A9D8EFDBF3}"/>
    <dgm:cxn modelId="{1D74EF53-D39B-4D16-8F37-0492A5EBDEF3}" type="presParOf" srcId="{A0B8477F-AFB4-4385-819E-7C61355AF825}" destId="{2EDA2FFF-82F1-4F2A-A428-546333E0B70B}" srcOrd="0" destOrd="0" presId="urn:microsoft.com/office/officeart/2018/2/layout/IconLabelDescriptionList"/>
    <dgm:cxn modelId="{55E46680-C28F-4047-B0B9-A60B044A33FE}" type="presParOf" srcId="{2EDA2FFF-82F1-4F2A-A428-546333E0B70B}" destId="{1CB6F1C5-9A2F-411E-A3FA-B73952DCA18C}" srcOrd="0" destOrd="0" presId="urn:microsoft.com/office/officeart/2018/2/layout/IconLabelDescriptionList"/>
    <dgm:cxn modelId="{EF239B6A-EB86-46BE-B8D7-774CD4910AFB}" type="presParOf" srcId="{2EDA2FFF-82F1-4F2A-A428-546333E0B70B}" destId="{5E08D0C0-05BB-4C60-913D-B7F7D3B67D91}" srcOrd="1" destOrd="0" presId="urn:microsoft.com/office/officeart/2018/2/layout/IconLabelDescriptionList"/>
    <dgm:cxn modelId="{2DD9EC7F-A251-4F7B-ACE3-38F88183940C}" type="presParOf" srcId="{2EDA2FFF-82F1-4F2A-A428-546333E0B70B}" destId="{1274F6DF-9D3A-48C8-A0C0-6F823B508280}" srcOrd="2" destOrd="0" presId="urn:microsoft.com/office/officeart/2018/2/layout/IconLabelDescriptionList"/>
    <dgm:cxn modelId="{E93BFB39-D625-4638-A083-F657E79ACEAD}" type="presParOf" srcId="{2EDA2FFF-82F1-4F2A-A428-546333E0B70B}" destId="{7E744E6A-91BC-4EDE-832B-65959E0A29CC}" srcOrd="3" destOrd="0" presId="urn:microsoft.com/office/officeart/2018/2/layout/IconLabelDescriptionList"/>
    <dgm:cxn modelId="{6491E41B-6538-4C49-ACF2-358A9EDBFE11}" type="presParOf" srcId="{2EDA2FFF-82F1-4F2A-A428-546333E0B70B}" destId="{FD71C017-EEB8-4C91-934B-754EAD5747B5}" srcOrd="4" destOrd="0" presId="urn:microsoft.com/office/officeart/2018/2/layout/IconLabelDescriptionList"/>
    <dgm:cxn modelId="{1863E0BC-E88A-459B-A446-7462FC343C64}" type="presParOf" srcId="{A0B8477F-AFB4-4385-819E-7C61355AF825}" destId="{44C12B72-793E-4D41-A560-096E78806F5B}" srcOrd="1" destOrd="0" presId="urn:microsoft.com/office/officeart/2018/2/layout/IconLabelDescriptionList"/>
    <dgm:cxn modelId="{64E2F7D8-0EAA-4EED-8EE2-73889431B736}" type="presParOf" srcId="{A0B8477F-AFB4-4385-819E-7C61355AF825}" destId="{18B915CE-9ECD-458F-87C2-A5AC33922673}" srcOrd="2" destOrd="0" presId="urn:microsoft.com/office/officeart/2018/2/layout/IconLabelDescriptionList"/>
    <dgm:cxn modelId="{5FF98DA7-0223-4377-8A79-6FF812FBF4F0}" type="presParOf" srcId="{18B915CE-9ECD-458F-87C2-A5AC33922673}" destId="{9DEA3CC4-B50E-4FBF-B44D-23EE8A2F8905}" srcOrd="0" destOrd="0" presId="urn:microsoft.com/office/officeart/2018/2/layout/IconLabelDescriptionList"/>
    <dgm:cxn modelId="{2FD046DF-A1DC-4304-B328-48D44B40775D}" type="presParOf" srcId="{18B915CE-9ECD-458F-87C2-A5AC33922673}" destId="{01C48BAE-F01D-456B-A70A-CEEEA61DE4F6}" srcOrd="1" destOrd="0" presId="urn:microsoft.com/office/officeart/2018/2/layout/IconLabelDescriptionList"/>
    <dgm:cxn modelId="{0C883774-D424-4A6D-A3FE-9CCD07CF3DB9}" type="presParOf" srcId="{18B915CE-9ECD-458F-87C2-A5AC33922673}" destId="{59D524C7-77B8-452B-90A8-03890368EDB7}" srcOrd="2" destOrd="0" presId="urn:microsoft.com/office/officeart/2018/2/layout/IconLabelDescriptionList"/>
    <dgm:cxn modelId="{6AC97EBB-059D-4188-916E-36446E594381}" type="presParOf" srcId="{18B915CE-9ECD-458F-87C2-A5AC33922673}" destId="{8D8763D7-58EE-442C-8D61-8130D7AEE4AF}" srcOrd="3" destOrd="0" presId="urn:microsoft.com/office/officeart/2018/2/layout/IconLabelDescriptionList"/>
    <dgm:cxn modelId="{5B938776-22EE-42F0-BD3A-F28F062689EB}" type="presParOf" srcId="{18B915CE-9ECD-458F-87C2-A5AC33922673}" destId="{10CDD844-B6C4-4FD7-806D-6B007915E790}" srcOrd="4" destOrd="0" presId="urn:microsoft.com/office/officeart/2018/2/layout/IconLabelDescriptionList"/>
    <dgm:cxn modelId="{74C17288-C010-4A7E-BB73-A69CDC468596}" type="presParOf" srcId="{A0B8477F-AFB4-4385-819E-7C61355AF825}" destId="{6C55EAFF-DBB5-4D94-9CB9-5BD0299751B0}" srcOrd="3" destOrd="0" presId="urn:microsoft.com/office/officeart/2018/2/layout/IconLabelDescriptionList"/>
    <dgm:cxn modelId="{1FE49339-952C-43AF-A14B-F286C63205A5}" type="presParOf" srcId="{A0B8477F-AFB4-4385-819E-7C61355AF825}" destId="{4629D2A6-C651-47C1-BA62-7C7CB9C21AE6}" srcOrd="4" destOrd="0" presId="urn:microsoft.com/office/officeart/2018/2/layout/IconLabelDescriptionList"/>
    <dgm:cxn modelId="{BA859C36-6521-46E5-905F-FDC0C4466958}" type="presParOf" srcId="{4629D2A6-C651-47C1-BA62-7C7CB9C21AE6}" destId="{D02152E7-7B0A-40F3-BAB0-2372C5080095}" srcOrd="0" destOrd="0" presId="urn:microsoft.com/office/officeart/2018/2/layout/IconLabelDescriptionList"/>
    <dgm:cxn modelId="{E1A5B468-97F4-436A-95C3-7C50EDFB7919}" type="presParOf" srcId="{4629D2A6-C651-47C1-BA62-7C7CB9C21AE6}" destId="{A805B924-CEAF-4D78-B21E-216B23EBAF89}" srcOrd="1" destOrd="0" presId="urn:microsoft.com/office/officeart/2018/2/layout/IconLabelDescriptionList"/>
    <dgm:cxn modelId="{9FE14B60-489B-4BA4-AB18-EDEE13D30EFC}" type="presParOf" srcId="{4629D2A6-C651-47C1-BA62-7C7CB9C21AE6}" destId="{EE31F3B0-0F15-4BC3-912B-7692A0C23454}" srcOrd="2" destOrd="0" presId="urn:microsoft.com/office/officeart/2018/2/layout/IconLabelDescriptionList"/>
    <dgm:cxn modelId="{59D0C568-1BA8-4E81-AD5D-7B4F1F87B0A4}" type="presParOf" srcId="{4629D2A6-C651-47C1-BA62-7C7CB9C21AE6}" destId="{B473A15C-54AE-4993-97CC-F567D98AAF20}" srcOrd="3" destOrd="0" presId="urn:microsoft.com/office/officeart/2018/2/layout/IconLabelDescriptionList"/>
    <dgm:cxn modelId="{A9CD20B9-7AA7-4586-94A9-D2CE78827B88}" type="presParOf" srcId="{4629D2A6-C651-47C1-BA62-7C7CB9C21AE6}" destId="{DABF89CB-BB9C-48D0-9F0C-D7F5E077560F}" srcOrd="4" destOrd="0" presId="urn:microsoft.com/office/officeart/2018/2/layout/IconLabelDescriptionList"/>
    <dgm:cxn modelId="{07B0A042-63EB-46C5-ADC6-392CA290D376}" type="presParOf" srcId="{A0B8477F-AFB4-4385-819E-7C61355AF825}" destId="{B719AF94-9F5A-4D46-B6EB-79EC1A5603CC}" srcOrd="5" destOrd="0" presId="urn:microsoft.com/office/officeart/2018/2/layout/IconLabelDescriptionList"/>
    <dgm:cxn modelId="{1EA77657-7C2C-4D28-BBC4-7B8427AC24FA}" type="presParOf" srcId="{A0B8477F-AFB4-4385-819E-7C61355AF825}" destId="{7D6095E9-0937-48D9-A171-27020DBC8B30}" srcOrd="6" destOrd="0" presId="urn:microsoft.com/office/officeart/2018/2/layout/IconLabelDescriptionList"/>
    <dgm:cxn modelId="{072F1483-23B4-4DC8-9FEC-9C6CF0DBAA04}" type="presParOf" srcId="{7D6095E9-0937-48D9-A171-27020DBC8B30}" destId="{6ECD26AE-64E3-4E52-B5B1-20ED43E9B6E6}" srcOrd="0" destOrd="0" presId="urn:microsoft.com/office/officeart/2018/2/layout/IconLabelDescriptionList"/>
    <dgm:cxn modelId="{D57C4BBB-4E87-4AF8-8B4E-FDCA725CE266}" type="presParOf" srcId="{7D6095E9-0937-48D9-A171-27020DBC8B30}" destId="{08CEA2E9-469B-4851-A25D-6D36CAB7C1F3}" srcOrd="1" destOrd="0" presId="urn:microsoft.com/office/officeart/2018/2/layout/IconLabelDescriptionList"/>
    <dgm:cxn modelId="{2940386D-2101-4C85-ABBE-0A54AA937FCF}" type="presParOf" srcId="{7D6095E9-0937-48D9-A171-27020DBC8B30}" destId="{B234EF9E-EE30-4914-A72D-9702EE8716FD}" srcOrd="2" destOrd="0" presId="urn:microsoft.com/office/officeart/2018/2/layout/IconLabelDescriptionList"/>
    <dgm:cxn modelId="{5182E166-E3C2-4C40-B5AF-1209BF6D9784}" type="presParOf" srcId="{7D6095E9-0937-48D9-A171-27020DBC8B30}" destId="{5018DFCD-EC4C-4FC3-9777-CC77B67ED44D}" srcOrd="3" destOrd="0" presId="urn:microsoft.com/office/officeart/2018/2/layout/IconLabelDescriptionList"/>
    <dgm:cxn modelId="{DD0DAAB3-6D23-4C9A-930B-E9AEB6732493}" type="presParOf" srcId="{7D6095E9-0937-48D9-A171-27020DBC8B30}" destId="{4736D17D-31AE-4246-9C49-2C8A74421290}" srcOrd="4" destOrd="0" presId="urn:microsoft.com/office/officeart/2018/2/layout/IconLabelDescriptionList"/>
    <dgm:cxn modelId="{7A7826D1-A995-460D-9548-122C07D36FF1}" type="presParOf" srcId="{A0B8477F-AFB4-4385-819E-7C61355AF825}" destId="{CCC4A2C3-A19D-453A-A892-B53963B3FB39}" srcOrd="7" destOrd="0" presId="urn:microsoft.com/office/officeart/2018/2/layout/IconLabelDescriptionList"/>
    <dgm:cxn modelId="{F474CFA1-D15A-4104-8A4B-EF89C8808B13}" type="presParOf" srcId="{A0B8477F-AFB4-4385-819E-7C61355AF825}" destId="{E3D96FDD-FA03-4E57-9553-10343C2C0111}" srcOrd="8" destOrd="0" presId="urn:microsoft.com/office/officeart/2018/2/layout/IconLabelDescriptionList"/>
    <dgm:cxn modelId="{497A39DA-7D5E-4F11-9852-A124AEC2FB12}" type="presParOf" srcId="{E3D96FDD-FA03-4E57-9553-10343C2C0111}" destId="{25B9DCC2-5DB1-4DA8-90D6-2324B8E8DB04}" srcOrd="0" destOrd="0" presId="urn:microsoft.com/office/officeart/2018/2/layout/IconLabelDescriptionList"/>
    <dgm:cxn modelId="{0802D5AF-2014-44C5-9F8C-D6292E8B4475}" type="presParOf" srcId="{E3D96FDD-FA03-4E57-9553-10343C2C0111}" destId="{D1176867-B653-4288-A7AA-D21FFDD99DF1}" srcOrd="1" destOrd="0" presId="urn:microsoft.com/office/officeart/2018/2/layout/IconLabelDescriptionList"/>
    <dgm:cxn modelId="{81DB2042-2C5D-4C8F-B139-8A955E4B2BF7}" type="presParOf" srcId="{E3D96FDD-FA03-4E57-9553-10343C2C0111}" destId="{4A58FB71-A5A2-4D10-8F0E-B7B60B1DD1FB}" srcOrd="2" destOrd="0" presId="urn:microsoft.com/office/officeart/2018/2/layout/IconLabelDescriptionList"/>
    <dgm:cxn modelId="{120DD1D6-7421-4CCC-A006-EBA85C21642A}" type="presParOf" srcId="{E3D96FDD-FA03-4E57-9553-10343C2C0111}" destId="{CA15B5F5-042C-4496-86D3-6388CD69A0BF}" srcOrd="3" destOrd="0" presId="urn:microsoft.com/office/officeart/2018/2/layout/IconLabelDescriptionList"/>
    <dgm:cxn modelId="{5F7A2743-A6C1-4AD0-91F3-01B7C8B211F8}" type="presParOf" srcId="{E3D96FDD-FA03-4E57-9553-10343C2C0111}" destId="{6B332259-6C3B-4C4A-BBCC-0761267C0CD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CB03D92-C295-47D2-83C9-39BC4F46661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AD7B75-7D5A-4421-B983-44D8267BE9AA}">
      <dgm:prSet/>
      <dgm:spPr/>
      <dgm:t>
        <a:bodyPr/>
        <a:lstStyle/>
        <a:p>
          <a:r>
            <a:rPr lang="de-DE" b="1"/>
            <a:t>Statistische Auswertung</a:t>
          </a:r>
          <a:endParaRPr lang="en-US"/>
        </a:p>
      </dgm:t>
    </dgm:pt>
    <dgm:pt modelId="{8E7FFF5E-4F71-424B-9BBB-2BD18FCD5200}" type="parTrans" cxnId="{28D0EAD3-9B87-43A1-B19F-40D131155DEB}">
      <dgm:prSet/>
      <dgm:spPr/>
      <dgm:t>
        <a:bodyPr/>
        <a:lstStyle/>
        <a:p>
          <a:endParaRPr lang="en-US"/>
        </a:p>
      </dgm:t>
    </dgm:pt>
    <dgm:pt modelId="{F686878B-0850-4784-9E0A-B23D0DCC0DC4}" type="sibTrans" cxnId="{28D0EAD3-9B87-43A1-B19F-40D131155DEB}">
      <dgm:prSet/>
      <dgm:spPr/>
      <dgm:t>
        <a:bodyPr/>
        <a:lstStyle/>
        <a:p>
          <a:endParaRPr lang="en-US"/>
        </a:p>
      </dgm:t>
    </dgm:pt>
    <dgm:pt modelId="{1267A75E-6C71-483C-898C-368686FBA102}">
      <dgm:prSet/>
      <dgm:spPr/>
      <dgm:t>
        <a:bodyPr/>
        <a:lstStyle/>
        <a:p>
          <a:r>
            <a:rPr lang="de-DE"/>
            <a:t>Balkendiagramme: Verteilung der Log‑Severity (Error / Warning / Info)</a:t>
          </a:r>
          <a:endParaRPr lang="en-US"/>
        </a:p>
      </dgm:t>
    </dgm:pt>
    <dgm:pt modelId="{14BD4281-D455-4E9E-95CF-F4FD55D7E8C9}" type="parTrans" cxnId="{3CB6F28B-CD55-488B-AA0C-D96DE6B75FFF}">
      <dgm:prSet/>
      <dgm:spPr/>
      <dgm:t>
        <a:bodyPr/>
        <a:lstStyle/>
        <a:p>
          <a:endParaRPr lang="en-US"/>
        </a:p>
      </dgm:t>
    </dgm:pt>
    <dgm:pt modelId="{5441105E-592A-49E0-ADF4-352AC3043C95}" type="sibTrans" cxnId="{3CB6F28B-CD55-488B-AA0C-D96DE6B75FFF}">
      <dgm:prSet/>
      <dgm:spPr/>
      <dgm:t>
        <a:bodyPr/>
        <a:lstStyle/>
        <a:p>
          <a:endParaRPr lang="en-US"/>
        </a:p>
      </dgm:t>
    </dgm:pt>
    <dgm:pt modelId="{B0FE3FBF-B1BA-4C2D-8194-E6C56A85A43C}">
      <dgm:prSet/>
      <dgm:spPr/>
      <dgm:t>
        <a:bodyPr/>
        <a:lstStyle/>
        <a:p>
          <a:r>
            <a:rPr lang="de-DE"/>
            <a:t>Kreisdiagramme: offene vs. geschlossene Bugs</a:t>
          </a:r>
          <a:endParaRPr lang="en-US"/>
        </a:p>
      </dgm:t>
    </dgm:pt>
    <dgm:pt modelId="{D1C7FF72-F841-4A30-AADD-B3F7A7C299F3}" type="parTrans" cxnId="{381BB3F3-8BF5-4A93-87C8-0FCD0030CF40}">
      <dgm:prSet/>
      <dgm:spPr/>
      <dgm:t>
        <a:bodyPr/>
        <a:lstStyle/>
        <a:p>
          <a:endParaRPr lang="en-US"/>
        </a:p>
      </dgm:t>
    </dgm:pt>
    <dgm:pt modelId="{15130A68-D527-4FC7-83B2-9FED75375B56}" type="sibTrans" cxnId="{381BB3F3-8BF5-4A93-87C8-0FCD0030CF40}">
      <dgm:prSet/>
      <dgm:spPr/>
      <dgm:t>
        <a:bodyPr/>
        <a:lstStyle/>
        <a:p>
          <a:endParaRPr lang="en-US"/>
        </a:p>
      </dgm:t>
    </dgm:pt>
    <dgm:pt modelId="{28E6FDAC-A186-49E8-9D7A-7DE56C2FFE56}">
      <dgm:prSet/>
      <dgm:spPr/>
      <dgm:t>
        <a:bodyPr/>
        <a:lstStyle/>
        <a:p>
          <a:r>
            <a:rPr lang="de-DE"/>
            <a:t>Datenbasis: SQLite‑Datenbank</a:t>
          </a:r>
          <a:endParaRPr lang="en-US"/>
        </a:p>
      </dgm:t>
    </dgm:pt>
    <dgm:pt modelId="{299D7C7A-B965-41ED-A9F3-7AAFABAB56ED}" type="parTrans" cxnId="{83A62B01-1549-43E8-82F3-CA38A6FDEE06}">
      <dgm:prSet/>
      <dgm:spPr/>
      <dgm:t>
        <a:bodyPr/>
        <a:lstStyle/>
        <a:p>
          <a:endParaRPr lang="en-US"/>
        </a:p>
      </dgm:t>
    </dgm:pt>
    <dgm:pt modelId="{84E6CC8A-127C-4110-AA61-9D5B59DEB414}" type="sibTrans" cxnId="{83A62B01-1549-43E8-82F3-CA38A6FDEE06}">
      <dgm:prSet/>
      <dgm:spPr/>
      <dgm:t>
        <a:bodyPr/>
        <a:lstStyle/>
        <a:p>
          <a:endParaRPr lang="en-US"/>
        </a:p>
      </dgm:t>
    </dgm:pt>
    <dgm:pt modelId="{D8BFE3E7-1742-41BF-8972-A20D7AE8F769}">
      <dgm:prSet/>
      <dgm:spPr/>
      <dgm:t>
        <a:bodyPr/>
        <a:lstStyle/>
        <a:p>
          <a:r>
            <a:rPr lang="de-DE"/>
            <a:t>Live‑Aktualisierung bei neuen Logs oder Ticketänderungen</a:t>
          </a:r>
          <a:endParaRPr lang="en-US"/>
        </a:p>
      </dgm:t>
    </dgm:pt>
    <dgm:pt modelId="{EB3BBFDD-ED8D-4EA7-8ECA-DAD0792EBE2E}" type="parTrans" cxnId="{6092DB2E-921E-41AD-B3C0-BA1C4623E2AE}">
      <dgm:prSet/>
      <dgm:spPr/>
      <dgm:t>
        <a:bodyPr/>
        <a:lstStyle/>
        <a:p>
          <a:endParaRPr lang="en-US"/>
        </a:p>
      </dgm:t>
    </dgm:pt>
    <dgm:pt modelId="{AFBF93DB-E641-40EC-B6E3-2B1A43DD32BC}" type="sibTrans" cxnId="{6092DB2E-921E-41AD-B3C0-BA1C4623E2AE}">
      <dgm:prSet/>
      <dgm:spPr/>
      <dgm:t>
        <a:bodyPr/>
        <a:lstStyle/>
        <a:p>
          <a:endParaRPr lang="en-US"/>
        </a:p>
      </dgm:t>
    </dgm:pt>
    <dgm:pt modelId="{7A78A277-5BCA-45D3-ADC7-C8EF9643BB61}">
      <dgm:prSet/>
      <dgm:spPr/>
      <dgm:t>
        <a:bodyPr/>
        <a:lstStyle/>
        <a:p>
          <a:r>
            <a:rPr lang="de-DE" b="1"/>
            <a:t>Exportfunktionen</a:t>
          </a:r>
          <a:endParaRPr lang="en-US"/>
        </a:p>
      </dgm:t>
    </dgm:pt>
    <dgm:pt modelId="{934ADA38-A174-43E9-8E7F-54B6D7CD9802}" type="parTrans" cxnId="{E7F1747E-A869-429F-99EA-C5178DFEDF26}">
      <dgm:prSet/>
      <dgm:spPr/>
      <dgm:t>
        <a:bodyPr/>
        <a:lstStyle/>
        <a:p>
          <a:endParaRPr lang="en-US"/>
        </a:p>
      </dgm:t>
    </dgm:pt>
    <dgm:pt modelId="{4BB4DA5E-FB7C-49F6-9B6A-C95F786915BC}" type="sibTrans" cxnId="{E7F1747E-A869-429F-99EA-C5178DFEDF26}">
      <dgm:prSet/>
      <dgm:spPr/>
      <dgm:t>
        <a:bodyPr/>
        <a:lstStyle/>
        <a:p>
          <a:endParaRPr lang="en-US"/>
        </a:p>
      </dgm:t>
    </dgm:pt>
    <dgm:pt modelId="{71BD49DD-E42D-4050-8615-F63DA6938430}">
      <dgm:prSet/>
      <dgm:spPr/>
      <dgm:t>
        <a:bodyPr/>
        <a:lstStyle/>
        <a:p>
          <a:r>
            <a:rPr lang="de-DE"/>
            <a:t>CSV‑Export zur Weiterverarbeitung (z. B. Excel)</a:t>
          </a:r>
          <a:endParaRPr lang="en-US"/>
        </a:p>
      </dgm:t>
    </dgm:pt>
    <dgm:pt modelId="{16B0DDCA-DA4E-4522-8E2D-56509715027A}" type="parTrans" cxnId="{DFF00BC9-85AE-43D4-9BD5-E8B485FD3D5B}">
      <dgm:prSet/>
      <dgm:spPr/>
      <dgm:t>
        <a:bodyPr/>
        <a:lstStyle/>
        <a:p>
          <a:endParaRPr lang="en-US"/>
        </a:p>
      </dgm:t>
    </dgm:pt>
    <dgm:pt modelId="{87CF9638-CB54-4F9D-8723-8F6BA6467F5A}" type="sibTrans" cxnId="{DFF00BC9-85AE-43D4-9BD5-E8B485FD3D5B}">
      <dgm:prSet/>
      <dgm:spPr/>
      <dgm:t>
        <a:bodyPr/>
        <a:lstStyle/>
        <a:p>
          <a:endParaRPr lang="en-US"/>
        </a:p>
      </dgm:t>
    </dgm:pt>
    <dgm:pt modelId="{AC406A05-9B10-4B81-932C-C3710DABD4BD}">
      <dgm:prSet/>
      <dgm:spPr/>
      <dgm:t>
        <a:bodyPr/>
        <a:lstStyle/>
        <a:p>
          <a:r>
            <a:rPr lang="de-DE"/>
            <a:t>PDF‑Export über </a:t>
          </a:r>
          <a:r>
            <a:rPr lang="de-DE" i="1"/>
            <a:t>iTextSharp</a:t>
          </a:r>
          <a:endParaRPr lang="en-US"/>
        </a:p>
      </dgm:t>
    </dgm:pt>
    <dgm:pt modelId="{CA9F3346-F2B7-481C-9C21-B06C30FCE5E8}" type="parTrans" cxnId="{5EFCF25C-74F9-4FCE-ACD9-F521150F35B6}">
      <dgm:prSet/>
      <dgm:spPr/>
      <dgm:t>
        <a:bodyPr/>
        <a:lstStyle/>
        <a:p>
          <a:endParaRPr lang="en-US"/>
        </a:p>
      </dgm:t>
    </dgm:pt>
    <dgm:pt modelId="{BC223994-7F64-46AF-A5CC-0F0061F65F8D}" type="sibTrans" cxnId="{5EFCF25C-74F9-4FCE-ACD9-F521150F35B6}">
      <dgm:prSet/>
      <dgm:spPr/>
      <dgm:t>
        <a:bodyPr/>
        <a:lstStyle/>
        <a:p>
          <a:endParaRPr lang="en-US"/>
        </a:p>
      </dgm:t>
    </dgm:pt>
    <dgm:pt modelId="{084641E3-76D8-4DAF-9B17-EEE0C486C045}">
      <dgm:prSet/>
      <dgm:spPr/>
      <dgm:t>
        <a:bodyPr/>
        <a:lstStyle/>
        <a:p>
          <a:r>
            <a:rPr lang="de-DE"/>
            <a:t>Einheitliche Formatierung für Dokumentation und Berichte</a:t>
          </a:r>
          <a:endParaRPr lang="en-US"/>
        </a:p>
      </dgm:t>
    </dgm:pt>
    <dgm:pt modelId="{370379E6-1CE0-457B-B408-BFEBF6253291}" type="parTrans" cxnId="{54D4F737-CEF7-4A14-AB10-194B1499BD7C}">
      <dgm:prSet/>
      <dgm:spPr/>
      <dgm:t>
        <a:bodyPr/>
        <a:lstStyle/>
        <a:p>
          <a:endParaRPr lang="en-US"/>
        </a:p>
      </dgm:t>
    </dgm:pt>
    <dgm:pt modelId="{F2260D2A-BD24-4D4F-85E1-FA1D1472A570}" type="sibTrans" cxnId="{54D4F737-CEF7-4A14-AB10-194B1499BD7C}">
      <dgm:prSet/>
      <dgm:spPr/>
      <dgm:t>
        <a:bodyPr/>
        <a:lstStyle/>
        <a:p>
          <a:endParaRPr lang="en-US"/>
        </a:p>
      </dgm:t>
    </dgm:pt>
    <dgm:pt modelId="{C1D5789B-070C-4EC4-8AFB-15476237138C}">
      <dgm:prSet/>
      <dgm:spPr/>
      <dgm:t>
        <a:bodyPr/>
        <a:lstStyle/>
        <a:p>
          <a:r>
            <a:rPr lang="de-DE" b="1"/>
            <a:t>Reporting‑Workflow</a:t>
          </a:r>
          <a:endParaRPr lang="en-US"/>
        </a:p>
      </dgm:t>
    </dgm:pt>
    <dgm:pt modelId="{273E08B4-214E-47BC-A328-F14639215680}" type="parTrans" cxnId="{F881918B-61F5-4BE3-86BF-9E66EFCB2BEC}">
      <dgm:prSet/>
      <dgm:spPr/>
      <dgm:t>
        <a:bodyPr/>
        <a:lstStyle/>
        <a:p>
          <a:endParaRPr lang="en-US"/>
        </a:p>
      </dgm:t>
    </dgm:pt>
    <dgm:pt modelId="{365CB7B7-7C95-4547-ADEC-43368FDA508A}" type="sibTrans" cxnId="{F881918B-61F5-4BE3-86BF-9E66EFCB2BEC}">
      <dgm:prSet/>
      <dgm:spPr/>
      <dgm:t>
        <a:bodyPr/>
        <a:lstStyle/>
        <a:p>
          <a:endParaRPr lang="en-US"/>
        </a:p>
      </dgm:t>
    </dgm:pt>
    <dgm:pt modelId="{24168F4B-9BC7-4244-8985-C4D3FCA3418B}">
      <dgm:prSet/>
      <dgm:spPr/>
      <dgm:t>
        <a:bodyPr/>
        <a:lstStyle/>
        <a:p>
          <a:r>
            <a:rPr lang="de-DE"/>
            <a:t>Auswahl der Daten (Log‑ und Ticketfilter)</a:t>
          </a:r>
          <a:endParaRPr lang="en-US"/>
        </a:p>
      </dgm:t>
    </dgm:pt>
    <dgm:pt modelId="{B1CEE448-693C-45D7-BC63-24609C8D209E}" type="parTrans" cxnId="{6D5D9231-B23C-4379-B339-6D9E2A827C1D}">
      <dgm:prSet/>
      <dgm:spPr/>
      <dgm:t>
        <a:bodyPr/>
        <a:lstStyle/>
        <a:p>
          <a:endParaRPr lang="en-US"/>
        </a:p>
      </dgm:t>
    </dgm:pt>
    <dgm:pt modelId="{20A64D72-5190-4CDE-8EA9-AA8E97515FF5}" type="sibTrans" cxnId="{6D5D9231-B23C-4379-B339-6D9E2A827C1D}">
      <dgm:prSet/>
      <dgm:spPr/>
      <dgm:t>
        <a:bodyPr/>
        <a:lstStyle/>
        <a:p>
          <a:endParaRPr lang="en-US"/>
        </a:p>
      </dgm:t>
    </dgm:pt>
    <dgm:pt modelId="{63053651-B3C2-4310-80AF-9D86C80436C4}">
      <dgm:prSet/>
      <dgm:spPr/>
      <dgm:t>
        <a:bodyPr/>
        <a:lstStyle/>
        <a:p>
          <a:r>
            <a:rPr lang="de-DE"/>
            <a:t>Automatische Diagramm‑Generierung</a:t>
          </a:r>
          <a:endParaRPr lang="en-US"/>
        </a:p>
      </dgm:t>
    </dgm:pt>
    <dgm:pt modelId="{565B8D25-8BC7-4BEB-AED5-D9B1F7A5E8BA}" type="parTrans" cxnId="{FC25AED6-4691-4CA5-B4B4-1EDDA49C7365}">
      <dgm:prSet/>
      <dgm:spPr/>
      <dgm:t>
        <a:bodyPr/>
        <a:lstStyle/>
        <a:p>
          <a:endParaRPr lang="en-US"/>
        </a:p>
      </dgm:t>
    </dgm:pt>
    <dgm:pt modelId="{3E80ED7C-F627-4D89-B4D9-A3DB16DD8091}" type="sibTrans" cxnId="{FC25AED6-4691-4CA5-B4B4-1EDDA49C7365}">
      <dgm:prSet/>
      <dgm:spPr/>
      <dgm:t>
        <a:bodyPr/>
        <a:lstStyle/>
        <a:p>
          <a:endParaRPr lang="en-US"/>
        </a:p>
      </dgm:t>
    </dgm:pt>
    <dgm:pt modelId="{678A1258-F0B4-4AA0-B238-5A5A43A218A7}">
      <dgm:prSet/>
      <dgm:spPr/>
      <dgm:t>
        <a:bodyPr/>
        <a:lstStyle/>
        <a:p>
          <a:r>
            <a:rPr lang="de-DE"/>
            <a:t>Export per Klick (CSV / PDF)</a:t>
          </a:r>
          <a:endParaRPr lang="en-US"/>
        </a:p>
      </dgm:t>
    </dgm:pt>
    <dgm:pt modelId="{4BAF7A2C-3560-497F-ADB8-0719B589B5DF}" type="parTrans" cxnId="{99510418-02B1-43F9-9DA0-8504680B5D17}">
      <dgm:prSet/>
      <dgm:spPr/>
      <dgm:t>
        <a:bodyPr/>
        <a:lstStyle/>
        <a:p>
          <a:endParaRPr lang="en-US"/>
        </a:p>
      </dgm:t>
    </dgm:pt>
    <dgm:pt modelId="{219CAC0D-D11B-4956-8EF6-68494C1A10CE}" type="sibTrans" cxnId="{99510418-02B1-43F9-9DA0-8504680B5D17}">
      <dgm:prSet/>
      <dgm:spPr/>
      <dgm:t>
        <a:bodyPr/>
        <a:lstStyle/>
        <a:p>
          <a:endParaRPr lang="en-US"/>
        </a:p>
      </dgm:t>
    </dgm:pt>
    <dgm:pt modelId="{A2A7AE32-DFA9-4A21-BD82-099730EA696C}">
      <dgm:prSet/>
      <dgm:spPr/>
      <dgm:t>
        <a:bodyPr/>
        <a:lstStyle/>
        <a:p>
          <a:r>
            <a:rPr lang="de-DE"/>
            <a:t>Optional: Druckfunktion</a:t>
          </a:r>
          <a:endParaRPr lang="en-US"/>
        </a:p>
      </dgm:t>
    </dgm:pt>
    <dgm:pt modelId="{CF6A0ACD-6A06-4455-924B-56DC3B36850C}" type="parTrans" cxnId="{E9B7BC8D-C274-4235-970F-7AA94ED1C2D5}">
      <dgm:prSet/>
      <dgm:spPr/>
      <dgm:t>
        <a:bodyPr/>
        <a:lstStyle/>
        <a:p>
          <a:endParaRPr lang="en-US"/>
        </a:p>
      </dgm:t>
    </dgm:pt>
    <dgm:pt modelId="{607519BB-9B73-41A0-BCD2-8F33879C5768}" type="sibTrans" cxnId="{E9B7BC8D-C274-4235-970F-7AA94ED1C2D5}">
      <dgm:prSet/>
      <dgm:spPr/>
      <dgm:t>
        <a:bodyPr/>
        <a:lstStyle/>
        <a:p>
          <a:endParaRPr lang="en-US"/>
        </a:p>
      </dgm:t>
    </dgm:pt>
    <dgm:pt modelId="{3B0CADE7-A1C4-4A50-B1CA-D81A3F6CF668}" type="pres">
      <dgm:prSet presAssocID="{6CB03D92-C295-47D2-83C9-39BC4F46661A}" presName="Name0" presStyleCnt="0">
        <dgm:presLayoutVars>
          <dgm:dir/>
          <dgm:resizeHandles val="exact"/>
        </dgm:presLayoutVars>
      </dgm:prSet>
      <dgm:spPr/>
    </dgm:pt>
    <dgm:pt modelId="{04523B39-FFA1-40D9-BE9B-E4609B43B01C}" type="pres">
      <dgm:prSet presAssocID="{6BAD7B75-7D5A-4421-B983-44D8267BE9AA}" presName="node" presStyleLbl="node1" presStyleIdx="0" presStyleCnt="3">
        <dgm:presLayoutVars>
          <dgm:bulletEnabled val="1"/>
        </dgm:presLayoutVars>
      </dgm:prSet>
      <dgm:spPr/>
    </dgm:pt>
    <dgm:pt modelId="{40316FB8-DD9B-4335-BF6B-C2F2A9201241}" type="pres">
      <dgm:prSet presAssocID="{F686878B-0850-4784-9E0A-B23D0DCC0DC4}" presName="sibTrans" presStyleLbl="sibTrans1D1" presStyleIdx="0" presStyleCnt="2"/>
      <dgm:spPr/>
    </dgm:pt>
    <dgm:pt modelId="{0C687CB3-C73A-4586-8933-8F60157A3D32}" type="pres">
      <dgm:prSet presAssocID="{F686878B-0850-4784-9E0A-B23D0DCC0DC4}" presName="connectorText" presStyleLbl="sibTrans1D1" presStyleIdx="0" presStyleCnt="2"/>
      <dgm:spPr/>
    </dgm:pt>
    <dgm:pt modelId="{3575C3C2-CE01-4D8A-AA7C-96C38C800ABE}" type="pres">
      <dgm:prSet presAssocID="{7A78A277-5BCA-45D3-ADC7-C8EF9643BB61}" presName="node" presStyleLbl="node1" presStyleIdx="1" presStyleCnt="3">
        <dgm:presLayoutVars>
          <dgm:bulletEnabled val="1"/>
        </dgm:presLayoutVars>
      </dgm:prSet>
      <dgm:spPr/>
    </dgm:pt>
    <dgm:pt modelId="{736DF327-B383-4A7B-BE76-CB5D6DB5E7BD}" type="pres">
      <dgm:prSet presAssocID="{4BB4DA5E-FB7C-49F6-9B6A-C95F786915BC}" presName="sibTrans" presStyleLbl="sibTrans1D1" presStyleIdx="1" presStyleCnt="2"/>
      <dgm:spPr/>
    </dgm:pt>
    <dgm:pt modelId="{B3229420-E904-40A9-80C7-452155E98CAA}" type="pres">
      <dgm:prSet presAssocID="{4BB4DA5E-FB7C-49F6-9B6A-C95F786915BC}" presName="connectorText" presStyleLbl="sibTrans1D1" presStyleIdx="1" presStyleCnt="2"/>
      <dgm:spPr/>
    </dgm:pt>
    <dgm:pt modelId="{BB0E0D50-C327-444C-8F0F-190B72F105BF}" type="pres">
      <dgm:prSet presAssocID="{C1D5789B-070C-4EC4-8AFB-15476237138C}" presName="node" presStyleLbl="node1" presStyleIdx="2" presStyleCnt="3">
        <dgm:presLayoutVars>
          <dgm:bulletEnabled val="1"/>
        </dgm:presLayoutVars>
      </dgm:prSet>
      <dgm:spPr/>
    </dgm:pt>
  </dgm:ptLst>
  <dgm:cxnLst>
    <dgm:cxn modelId="{83A62B01-1549-43E8-82F3-CA38A6FDEE06}" srcId="{6BAD7B75-7D5A-4421-B983-44D8267BE9AA}" destId="{28E6FDAC-A186-49E8-9D7A-7DE56C2FFE56}" srcOrd="2" destOrd="0" parTransId="{299D7C7A-B965-41ED-A9F3-7AAFABAB56ED}" sibTransId="{84E6CC8A-127C-4110-AA61-9D5B59DEB414}"/>
    <dgm:cxn modelId="{5AFFA20E-8E5B-4548-981E-6FE834C74A93}" type="presOf" srcId="{1267A75E-6C71-483C-898C-368686FBA102}" destId="{04523B39-FFA1-40D9-BE9B-E4609B43B01C}" srcOrd="0" destOrd="1" presId="urn:microsoft.com/office/officeart/2016/7/layout/RepeatingBendingProcessNew"/>
    <dgm:cxn modelId="{B287BE0F-BEC7-48A3-B8D3-F48F83E43B7D}" type="presOf" srcId="{F686878B-0850-4784-9E0A-B23D0DCC0DC4}" destId="{40316FB8-DD9B-4335-BF6B-C2F2A9201241}" srcOrd="0" destOrd="0" presId="urn:microsoft.com/office/officeart/2016/7/layout/RepeatingBendingProcessNew"/>
    <dgm:cxn modelId="{99510418-02B1-43F9-9DA0-8504680B5D17}" srcId="{C1D5789B-070C-4EC4-8AFB-15476237138C}" destId="{678A1258-F0B4-4AA0-B238-5A5A43A218A7}" srcOrd="2" destOrd="0" parTransId="{4BAF7A2C-3560-497F-ADB8-0719B589B5DF}" sibTransId="{219CAC0D-D11B-4956-8EF6-68494C1A10CE}"/>
    <dgm:cxn modelId="{EB60CF2C-DEA2-4BAC-96EE-A7091C02269F}" type="presOf" srcId="{7A78A277-5BCA-45D3-ADC7-C8EF9643BB61}" destId="{3575C3C2-CE01-4D8A-AA7C-96C38C800ABE}" srcOrd="0" destOrd="0" presId="urn:microsoft.com/office/officeart/2016/7/layout/RepeatingBendingProcessNew"/>
    <dgm:cxn modelId="{6092DB2E-921E-41AD-B3C0-BA1C4623E2AE}" srcId="{6BAD7B75-7D5A-4421-B983-44D8267BE9AA}" destId="{D8BFE3E7-1742-41BF-8972-A20D7AE8F769}" srcOrd="3" destOrd="0" parTransId="{EB3BBFDD-ED8D-4EA7-8ECA-DAD0792EBE2E}" sibTransId="{AFBF93DB-E641-40EC-B6E3-2B1A43DD32BC}"/>
    <dgm:cxn modelId="{D4CFF62F-D0D5-410E-9E71-C42F4B977D31}" type="presOf" srcId="{4BB4DA5E-FB7C-49F6-9B6A-C95F786915BC}" destId="{736DF327-B383-4A7B-BE76-CB5D6DB5E7BD}" srcOrd="0" destOrd="0" presId="urn:microsoft.com/office/officeart/2016/7/layout/RepeatingBendingProcessNew"/>
    <dgm:cxn modelId="{6D5D9231-B23C-4379-B339-6D9E2A827C1D}" srcId="{C1D5789B-070C-4EC4-8AFB-15476237138C}" destId="{24168F4B-9BC7-4244-8985-C4D3FCA3418B}" srcOrd="0" destOrd="0" parTransId="{B1CEE448-693C-45D7-BC63-24609C8D209E}" sibTransId="{20A64D72-5190-4CDE-8EA9-AA8E97515FF5}"/>
    <dgm:cxn modelId="{4C249F31-297B-4C81-9EE3-08382FC9D2ED}" type="presOf" srcId="{28E6FDAC-A186-49E8-9D7A-7DE56C2FFE56}" destId="{04523B39-FFA1-40D9-BE9B-E4609B43B01C}" srcOrd="0" destOrd="3" presId="urn:microsoft.com/office/officeart/2016/7/layout/RepeatingBendingProcessNew"/>
    <dgm:cxn modelId="{54D4F737-CEF7-4A14-AB10-194B1499BD7C}" srcId="{7A78A277-5BCA-45D3-ADC7-C8EF9643BB61}" destId="{084641E3-76D8-4DAF-9B17-EEE0C486C045}" srcOrd="2" destOrd="0" parTransId="{370379E6-1CE0-457B-B408-BFEBF6253291}" sibTransId="{F2260D2A-BD24-4D4F-85E1-FA1D1472A570}"/>
    <dgm:cxn modelId="{5EFCF25C-74F9-4FCE-ACD9-F521150F35B6}" srcId="{7A78A277-5BCA-45D3-ADC7-C8EF9643BB61}" destId="{AC406A05-9B10-4B81-932C-C3710DABD4BD}" srcOrd="1" destOrd="0" parTransId="{CA9F3346-F2B7-481C-9C21-B06C30FCE5E8}" sibTransId="{BC223994-7F64-46AF-A5CC-0F0061F65F8D}"/>
    <dgm:cxn modelId="{EF994F5D-0B36-494A-B527-442131F13CBA}" type="presOf" srcId="{B0FE3FBF-B1BA-4C2D-8194-E6C56A85A43C}" destId="{04523B39-FFA1-40D9-BE9B-E4609B43B01C}" srcOrd="0" destOrd="2" presId="urn:microsoft.com/office/officeart/2016/7/layout/RepeatingBendingProcessNew"/>
    <dgm:cxn modelId="{405C5A66-D144-4FE3-AD87-2EA3633A7D26}" type="presOf" srcId="{F686878B-0850-4784-9E0A-B23D0DCC0DC4}" destId="{0C687CB3-C73A-4586-8933-8F60157A3D32}" srcOrd="1" destOrd="0" presId="urn:microsoft.com/office/officeart/2016/7/layout/RepeatingBendingProcessNew"/>
    <dgm:cxn modelId="{0678EB7A-888A-4271-9313-58E13610CD0D}" type="presOf" srcId="{63053651-B3C2-4310-80AF-9D86C80436C4}" destId="{BB0E0D50-C327-444C-8F0F-190B72F105BF}" srcOrd="0" destOrd="2" presId="urn:microsoft.com/office/officeart/2016/7/layout/RepeatingBendingProcessNew"/>
    <dgm:cxn modelId="{E7F1747E-A869-429F-99EA-C5178DFEDF26}" srcId="{6CB03D92-C295-47D2-83C9-39BC4F46661A}" destId="{7A78A277-5BCA-45D3-ADC7-C8EF9643BB61}" srcOrd="1" destOrd="0" parTransId="{934ADA38-A174-43E9-8E7F-54B6D7CD9802}" sibTransId="{4BB4DA5E-FB7C-49F6-9B6A-C95F786915BC}"/>
    <dgm:cxn modelId="{F881918B-61F5-4BE3-86BF-9E66EFCB2BEC}" srcId="{6CB03D92-C295-47D2-83C9-39BC4F46661A}" destId="{C1D5789B-070C-4EC4-8AFB-15476237138C}" srcOrd="2" destOrd="0" parTransId="{273E08B4-214E-47BC-A328-F14639215680}" sibTransId="{365CB7B7-7C95-4547-ADEC-43368FDA508A}"/>
    <dgm:cxn modelId="{3CB6F28B-CD55-488B-AA0C-D96DE6B75FFF}" srcId="{6BAD7B75-7D5A-4421-B983-44D8267BE9AA}" destId="{1267A75E-6C71-483C-898C-368686FBA102}" srcOrd="0" destOrd="0" parTransId="{14BD4281-D455-4E9E-95CF-F4FD55D7E8C9}" sibTransId="{5441105E-592A-49E0-ADF4-352AC3043C95}"/>
    <dgm:cxn modelId="{E9B7BC8D-C274-4235-970F-7AA94ED1C2D5}" srcId="{C1D5789B-070C-4EC4-8AFB-15476237138C}" destId="{A2A7AE32-DFA9-4A21-BD82-099730EA696C}" srcOrd="3" destOrd="0" parTransId="{CF6A0ACD-6A06-4455-924B-56DC3B36850C}" sibTransId="{607519BB-9B73-41A0-BCD2-8F33879C5768}"/>
    <dgm:cxn modelId="{56D2D1AD-EA8F-4CB5-B05E-B027F96B32E9}" type="presOf" srcId="{AC406A05-9B10-4B81-932C-C3710DABD4BD}" destId="{3575C3C2-CE01-4D8A-AA7C-96C38C800ABE}" srcOrd="0" destOrd="2" presId="urn:microsoft.com/office/officeart/2016/7/layout/RepeatingBendingProcessNew"/>
    <dgm:cxn modelId="{8EE653B1-2B33-47B1-9344-E61755D65DFE}" type="presOf" srcId="{6BAD7B75-7D5A-4421-B983-44D8267BE9AA}" destId="{04523B39-FFA1-40D9-BE9B-E4609B43B01C}" srcOrd="0" destOrd="0" presId="urn:microsoft.com/office/officeart/2016/7/layout/RepeatingBendingProcessNew"/>
    <dgm:cxn modelId="{2109BDB1-B91C-4E26-9244-0C376C10863A}" type="presOf" srcId="{4BB4DA5E-FB7C-49F6-9B6A-C95F786915BC}" destId="{B3229420-E904-40A9-80C7-452155E98CAA}" srcOrd="1" destOrd="0" presId="urn:microsoft.com/office/officeart/2016/7/layout/RepeatingBendingProcessNew"/>
    <dgm:cxn modelId="{28F225B2-B987-45B1-8D27-6DAB46B59D0D}" type="presOf" srcId="{71BD49DD-E42D-4050-8615-F63DA6938430}" destId="{3575C3C2-CE01-4D8A-AA7C-96C38C800ABE}" srcOrd="0" destOrd="1" presId="urn:microsoft.com/office/officeart/2016/7/layout/RepeatingBendingProcessNew"/>
    <dgm:cxn modelId="{C2CBD1BA-90EB-47DF-98F0-956644C4A4BE}" type="presOf" srcId="{A2A7AE32-DFA9-4A21-BD82-099730EA696C}" destId="{BB0E0D50-C327-444C-8F0F-190B72F105BF}" srcOrd="0" destOrd="4" presId="urn:microsoft.com/office/officeart/2016/7/layout/RepeatingBendingProcessNew"/>
    <dgm:cxn modelId="{A01EE4BE-B8E8-4AF8-A875-3F3B98225955}" type="presOf" srcId="{6CB03D92-C295-47D2-83C9-39BC4F46661A}" destId="{3B0CADE7-A1C4-4A50-B1CA-D81A3F6CF668}" srcOrd="0" destOrd="0" presId="urn:microsoft.com/office/officeart/2016/7/layout/RepeatingBendingProcessNew"/>
    <dgm:cxn modelId="{DFF00BC9-85AE-43D4-9BD5-E8B485FD3D5B}" srcId="{7A78A277-5BCA-45D3-ADC7-C8EF9643BB61}" destId="{71BD49DD-E42D-4050-8615-F63DA6938430}" srcOrd="0" destOrd="0" parTransId="{16B0DDCA-DA4E-4522-8E2D-56509715027A}" sibTransId="{87CF9638-CB54-4F9D-8723-8F6BA6467F5A}"/>
    <dgm:cxn modelId="{B893EDCD-85C7-4A30-9411-40D804E43545}" type="presOf" srcId="{C1D5789B-070C-4EC4-8AFB-15476237138C}" destId="{BB0E0D50-C327-444C-8F0F-190B72F105BF}" srcOrd="0" destOrd="0" presId="urn:microsoft.com/office/officeart/2016/7/layout/RepeatingBendingProcessNew"/>
    <dgm:cxn modelId="{28D0EAD3-9B87-43A1-B19F-40D131155DEB}" srcId="{6CB03D92-C295-47D2-83C9-39BC4F46661A}" destId="{6BAD7B75-7D5A-4421-B983-44D8267BE9AA}" srcOrd="0" destOrd="0" parTransId="{8E7FFF5E-4F71-424B-9BBB-2BD18FCD5200}" sibTransId="{F686878B-0850-4784-9E0A-B23D0DCC0DC4}"/>
    <dgm:cxn modelId="{FC25AED6-4691-4CA5-B4B4-1EDDA49C7365}" srcId="{C1D5789B-070C-4EC4-8AFB-15476237138C}" destId="{63053651-B3C2-4310-80AF-9D86C80436C4}" srcOrd="1" destOrd="0" parTransId="{565B8D25-8BC7-4BEB-AED5-D9B1F7A5E8BA}" sibTransId="{3E80ED7C-F627-4D89-B4D9-A3DB16DD8091}"/>
    <dgm:cxn modelId="{E80079E3-B9CF-4DFF-99A6-E2A871D1756C}" type="presOf" srcId="{D8BFE3E7-1742-41BF-8972-A20D7AE8F769}" destId="{04523B39-FFA1-40D9-BE9B-E4609B43B01C}" srcOrd="0" destOrd="4" presId="urn:microsoft.com/office/officeart/2016/7/layout/RepeatingBendingProcessNew"/>
    <dgm:cxn modelId="{2686E4E4-FA85-4F01-8C23-FD828F5FD92D}" type="presOf" srcId="{678A1258-F0B4-4AA0-B238-5A5A43A218A7}" destId="{BB0E0D50-C327-444C-8F0F-190B72F105BF}" srcOrd="0" destOrd="3" presId="urn:microsoft.com/office/officeart/2016/7/layout/RepeatingBendingProcessNew"/>
    <dgm:cxn modelId="{96A514EE-E3CE-4FA3-9DC1-45A213D2D078}" type="presOf" srcId="{24168F4B-9BC7-4244-8985-C4D3FCA3418B}" destId="{BB0E0D50-C327-444C-8F0F-190B72F105BF}" srcOrd="0" destOrd="1" presId="urn:microsoft.com/office/officeart/2016/7/layout/RepeatingBendingProcessNew"/>
    <dgm:cxn modelId="{381BB3F3-8BF5-4A93-87C8-0FCD0030CF40}" srcId="{6BAD7B75-7D5A-4421-B983-44D8267BE9AA}" destId="{B0FE3FBF-B1BA-4C2D-8194-E6C56A85A43C}" srcOrd="1" destOrd="0" parTransId="{D1C7FF72-F841-4A30-AADD-B3F7A7C299F3}" sibTransId="{15130A68-D527-4FC7-83B2-9FED75375B56}"/>
    <dgm:cxn modelId="{252CB1FE-349E-4B15-981E-B2933B2C23CB}" type="presOf" srcId="{084641E3-76D8-4DAF-9B17-EEE0C486C045}" destId="{3575C3C2-CE01-4D8A-AA7C-96C38C800ABE}" srcOrd="0" destOrd="3" presId="urn:microsoft.com/office/officeart/2016/7/layout/RepeatingBendingProcessNew"/>
    <dgm:cxn modelId="{47E943FB-3550-40F6-ACB3-88A6E9EA04F4}" type="presParOf" srcId="{3B0CADE7-A1C4-4A50-B1CA-D81A3F6CF668}" destId="{04523B39-FFA1-40D9-BE9B-E4609B43B01C}" srcOrd="0" destOrd="0" presId="urn:microsoft.com/office/officeart/2016/7/layout/RepeatingBendingProcessNew"/>
    <dgm:cxn modelId="{1E45CBCD-D77E-40C5-AE1C-12C39B083170}" type="presParOf" srcId="{3B0CADE7-A1C4-4A50-B1CA-D81A3F6CF668}" destId="{40316FB8-DD9B-4335-BF6B-C2F2A9201241}" srcOrd="1" destOrd="0" presId="urn:microsoft.com/office/officeart/2016/7/layout/RepeatingBendingProcessNew"/>
    <dgm:cxn modelId="{8EEEAFF5-A9AA-46FD-A817-5EB61812424D}" type="presParOf" srcId="{40316FB8-DD9B-4335-BF6B-C2F2A9201241}" destId="{0C687CB3-C73A-4586-8933-8F60157A3D32}" srcOrd="0" destOrd="0" presId="urn:microsoft.com/office/officeart/2016/7/layout/RepeatingBendingProcessNew"/>
    <dgm:cxn modelId="{CDEC38AC-3BE0-4D0C-A5A5-747D1B83D518}" type="presParOf" srcId="{3B0CADE7-A1C4-4A50-B1CA-D81A3F6CF668}" destId="{3575C3C2-CE01-4D8A-AA7C-96C38C800ABE}" srcOrd="2" destOrd="0" presId="urn:microsoft.com/office/officeart/2016/7/layout/RepeatingBendingProcessNew"/>
    <dgm:cxn modelId="{96D68458-2B76-48A8-AE5A-9A4236B42211}" type="presParOf" srcId="{3B0CADE7-A1C4-4A50-B1CA-D81A3F6CF668}" destId="{736DF327-B383-4A7B-BE76-CB5D6DB5E7BD}" srcOrd="3" destOrd="0" presId="urn:microsoft.com/office/officeart/2016/7/layout/RepeatingBendingProcessNew"/>
    <dgm:cxn modelId="{0B5734D5-ED5E-4A8B-84A5-C8396F059233}" type="presParOf" srcId="{736DF327-B383-4A7B-BE76-CB5D6DB5E7BD}" destId="{B3229420-E904-40A9-80C7-452155E98CAA}" srcOrd="0" destOrd="0" presId="urn:microsoft.com/office/officeart/2016/7/layout/RepeatingBendingProcessNew"/>
    <dgm:cxn modelId="{16A31FD4-A856-4622-A64A-35A5796880CF}" type="presParOf" srcId="{3B0CADE7-A1C4-4A50-B1CA-D81A3F6CF668}" destId="{BB0E0D50-C327-444C-8F0F-190B72F105BF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FD103D8-19F7-4B10-8410-D7734710229E}" type="doc">
      <dgm:prSet loTypeId="urn:microsoft.com/office/officeart/2005/8/layout/vList2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A65BE30-FAFF-42C4-B879-DFAC015AC5CF}">
      <dgm:prSet/>
      <dgm:spPr/>
      <dgm:t>
        <a:bodyPr/>
        <a:lstStyle/>
        <a:p>
          <a:r>
            <a:rPr lang="de-DE"/>
            <a:t>Das System </a:t>
          </a:r>
          <a:r>
            <a:rPr lang="de-DE" b="1"/>
            <a:t>vereinfach und beschleunigt</a:t>
          </a:r>
          <a:r>
            <a:rPr lang="de-DE"/>
            <a:t> die Analyse großer Logdateien deutlich</a:t>
          </a:r>
          <a:endParaRPr lang="en-US"/>
        </a:p>
      </dgm:t>
    </dgm:pt>
    <dgm:pt modelId="{D2A35040-3167-49E4-BCF1-ECEBAE0102E9}" type="parTrans" cxnId="{D5F3E397-4653-4E42-BEB2-6C499115880B}">
      <dgm:prSet/>
      <dgm:spPr/>
      <dgm:t>
        <a:bodyPr/>
        <a:lstStyle/>
        <a:p>
          <a:endParaRPr lang="en-US"/>
        </a:p>
      </dgm:t>
    </dgm:pt>
    <dgm:pt modelId="{87BDE2F6-0662-4A8D-B918-56984F141192}" type="sibTrans" cxnId="{D5F3E397-4653-4E42-BEB2-6C499115880B}">
      <dgm:prSet/>
      <dgm:spPr/>
      <dgm:t>
        <a:bodyPr/>
        <a:lstStyle/>
        <a:p>
          <a:endParaRPr lang="en-US"/>
        </a:p>
      </dgm:t>
    </dgm:pt>
    <dgm:pt modelId="{64F26488-4493-448F-B295-EA8AC8C44AA8}">
      <dgm:prSet/>
      <dgm:spPr/>
      <dgm:t>
        <a:bodyPr/>
        <a:lstStyle/>
        <a:p>
          <a:r>
            <a:rPr lang="de-DE"/>
            <a:t>Nahtloser Workflow zwischen </a:t>
          </a:r>
          <a:r>
            <a:rPr lang="de-DE" b="1"/>
            <a:t>Tester und Entwickler</a:t>
          </a:r>
          <a:r>
            <a:rPr lang="de-DE"/>
            <a:t> durch integriertes Bugtracking</a:t>
          </a:r>
          <a:endParaRPr lang="en-US"/>
        </a:p>
      </dgm:t>
    </dgm:pt>
    <dgm:pt modelId="{72C34B6A-C325-413E-B1F1-66ED4A99DB08}" type="parTrans" cxnId="{7D2E5D43-A069-4420-B407-FA7EFDD790AF}">
      <dgm:prSet/>
      <dgm:spPr/>
      <dgm:t>
        <a:bodyPr/>
        <a:lstStyle/>
        <a:p>
          <a:endParaRPr lang="en-US"/>
        </a:p>
      </dgm:t>
    </dgm:pt>
    <dgm:pt modelId="{420F1DE2-400F-499E-AC53-FF87EAA89549}" type="sibTrans" cxnId="{7D2E5D43-A069-4420-B407-FA7EFDD790AF}">
      <dgm:prSet/>
      <dgm:spPr/>
      <dgm:t>
        <a:bodyPr/>
        <a:lstStyle/>
        <a:p>
          <a:endParaRPr lang="en-US"/>
        </a:p>
      </dgm:t>
    </dgm:pt>
    <dgm:pt modelId="{7655E039-66AB-41B7-849E-773AB70D703F}">
      <dgm:prSet/>
      <dgm:spPr/>
      <dgm:t>
        <a:bodyPr/>
        <a:lstStyle/>
        <a:p>
          <a:r>
            <a:rPr lang="de-DE" b="1"/>
            <a:t>Erhöhte Transparenz</a:t>
          </a:r>
          <a:r>
            <a:rPr lang="de-DE"/>
            <a:t> durch zentrale Übersicht und strukturierte Erfassung</a:t>
          </a:r>
          <a:endParaRPr lang="en-US"/>
        </a:p>
      </dgm:t>
    </dgm:pt>
    <dgm:pt modelId="{2198D7CA-A5F7-4EF6-9BE0-A862FBDB68C5}" type="parTrans" cxnId="{3E05E09A-7D4F-4238-A205-F06FF89BC3E3}">
      <dgm:prSet/>
      <dgm:spPr/>
      <dgm:t>
        <a:bodyPr/>
        <a:lstStyle/>
        <a:p>
          <a:endParaRPr lang="en-US"/>
        </a:p>
      </dgm:t>
    </dgm:pt>
    <dgm:pt modelId="{2FAAA1D0-7A81-40F2-97F7-1E64CC006DD0}" type="sibTrans" cxnId="{3E05E09A-7D4F-4238-A205-F06FF89BC3E3}">
      <dgm:prSet/>
      <dgm:spPr/>
      <dgm:t>
        <a:bodyPr/>
        <a:lstStyle/>
        <a:p>
          <a:endParaRPr lang="en-US"/>
        </a:p>
      </dgm:t>
    </dgm:pt>
    <dgm:pt modelId="{BC2C841C-A66F-4268-AA69-FB2A9BC26192}">
      <dgm:prSet/>
      <dgm:spPr/>
      <dgm:t>
        <a:bodyPr/>
        <a:lstStyle/>
        <a:p>
          <a:r>
            <a:rPr lang="de-DE"/>
            <a:t>Anwendung ist </a:t>
          </a:r>
          <a:r>
            <a:rPr lang="de-DE" b="1"/>
            <a:t>stabil, performant</a:t>
          </a:r>
          <a:r>
            <a:rPr lang="de-DE"/>
            <a:t> und erfüllt alle Muss‑Kriterien</a:t>
          </a:r>
          <a:endParaRPr lang="en-US"/>
        </a:p>
      </dgm:t>
    </dgm:pt>
    <dgm:pt modelId="{89C9648A-DC13-4C5E-88AA-F660A64E07E9}" type="parTrans" cxnId="{6A50E619-F15A-4512-AD27-461CA057A966}">
      <dgm:prSet/>
      <dgm:spPr/>
      <dgm:t>
        <a:bodyPr/>
        <a:lstStyle/>
        <a:p>
          <a:endParaRPr lang="en-US"/>
        </a:p>
      </dgm:t>
    </dgm:pt>
    <dgm:pt modelId="{E2B5AF13-503F-420B-BE05-FA6FC1C6C9A9}" type="sibTrans" cxnId="{6A50E619-F15A-4512-AD27-461CA057A966}">
      <dgm:prSet/>
      <dgm:spPr/>
      <dgm:t>
        <a:bodyPr/>
        <a:lstStyle/>
        <a:p>
          <a:endParaRPr lang="en-US"/>
        </a:p>
      </dgm:t>
    </dgm:pt>
    <dgm:pt modelId="{A37C88D6-A649-438C-BC86-12E532E53098}">
      <dgm:prSet/>
      <dgm:spPr/>
      <dgm:t>
        <a:bodyPr/>
        <a:lstStyle/>
        <a:p>
          <a:r>
            <a:rPr lang="de-DE"/>
            <a:t>Grundlage für </a:t>
          </a:r>
          <a:r>
            <a:rPr lang="de-DE" b="1"/>
            <a:t>zukünftige Erweiterungen</a:t>
          </a:r>
          <a:r>
            <a:rPr lang="de-DE"/>
            <a:t> (z. B. automatische Fehlererkennung, E‑Mail)</a:t>
          </a:r>
          <a:endParaRPr lang="en-US"/>
        </a:p>
      </dgm:t>
    </dgm:pt>
    <dgm:pt modelId="{DB4B434C-DE29-4E74-8911-3FE667E3DDFC}" type="parTrans" cxnId="{25382454-8083-4419-A9BF-D85360ED62DA}">
      <dgm:prSet/>
      <dgm:spPr/>
      <dgm:t>
        <a:bodyPr/>
        <a:lstStyle/>
        <a:p>
          <a:endParaRPr lang="en-US"/>
        </a:p>
      </dgm:t>
    </dgm:pt>
    <dgm:pt modelId="{8DDB3505-2074-4F6A-BC93-59B78A964C15}" type="sibTrans" cxnId="{25382454-8083-4419-A9BF-D85360ED62DA}">
      <dgm:prSet/>
      <dgm:spPr/>
      <dgm:t>
        <a:bodyPr/>
        <a:lstStyle/>
        <a:p>
          <a:endParaRPr lang="en-US"/>
        </a:p>
      </dgm:t>
    </dgm:pt>
    <dgm:pt modelId="{C569BB27-E79E-4A50-9DDD-F7316DF26F84}" type="pres">
      <dgm:prSet presAssocID="{2FD103D8-19F7-4B10-8410-D7734710229E}" presName="linear" presStyleCnt="0">
        <dgm:presLayoutVars>
          <dgm:animLvl val="lvl"/>
          <dgm:resizeHandles val="exact"/>
        </dgm:presLayoutVars>
      </dgm:prSet>
      <dgm:spPr/>
    </dgm:pt>
    <dgm:pt modelId="{1012C999-24B1-4E5F-87D4-2B45AFD4E5D6}" type="pres">
      <dgm:prSet presAssocID="{FA65BE30-FAFF-42C4-B879-DFAC015AC5C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F5E0F7F-73EA-4A0A-A7E9-D3761D97BECF}" type="pres">
      <dgm:prSet presAssocID="{87BDE2F6-0662-4A8D-B918-56984F141192}" presName="spacer" presStyleCnt="0"/>
      <dgm:spPr/>
    </dgm:pt>
    <dgm:pt modelId="{1430F398-FCD6-4570-B323-5F9D2E2CECD5}" type="pres">
      <dgm:prSet presAssocID="{64F26488-4493-448F-B295-EA8AC8C44AA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9AE2FF0-B20C-4660-8C77-9D2DD36DC54B}" type="pres">
      <dgm:prSet presAssocID="{420F1DE2-400F-499E-AC53-FF87EAA89549}" presName="spacer" presStyleCnt="0"/>
      <dgm:spPr/>
    </dgm:pt>
    <dgm:pt modelId="{2BF09081-66FB-4B6E-BBF2-423099C31E3F}" type="pres">
      <dgm:prSet presAssocID="{7655E039-66AB-41B7-849E-773AB70D703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C256AF0-8D23-4068-B8E8-01AD27756510}" type="pres">
      <dgm:prSet presAssocID="{2FAAA1D0-7A81-40F2-97F7-1E64CC006DD0}" presName="spacer" presStyleCnt="0"/>
      <dgm:spPr/>
    </dgm:pt>
    <dgm:pt modelId="{584A436F-6EB7-467D-94C7-BE541D6C508F}" type="pres">
      <dgm:prSet presAssocID="{BC2C841C-A66F-4268-AA69-FB2A9BC2619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3BB483E-FB3E-4B08-B296-F47523BE117E}" type="pres">
      <dgm:prSet presAssocID="{E2B5AF13-503F-420B-BE05-FA6FC1C6C9A9}" presName="spacer" presStyleCnt="0"/>
      <dgm:spPr/>
    </dgm:pt>
    <dgm:pt modelId="{486A3EEA-6D39-4058-9658-FDD3221C9B27}" type="pres">
      <dgm:prSet presAssocID="{A37C88D6-A649-438C-BC86-12E532E5309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A50E619-F15A-4512-AD27-461CA057A966}" srcId="{2FD103D8-19F7-4B10-8410-D7734710229E}" destId="{BC2C841C-A66F-4268-AA69-FB2A9BC26192}" srcOrd="3" destOrd="0" parTransId="{89C9648A-DC13-4C5E-88AA-F660A64E07E9}" sibTransId="{E2B5AF13-503F-420B-BE05-FA6FC1C6C9A9}"/>
    <dgm:cxn modelId="{4352AF3F-9C76-4568-B8A7-8034270E9FBA}" type="presOf" srcId="{BC2C841C-A66F-4268-AA69-FB2A9BC26192}" destId="{584A436F-6EB7-467D-94C7-BE541D6C508F}" srcOrd="0" destOrd="0" presId="urn:microsoft.com/office/officeart/2005/8/layout/vList2"/>
    <dgm:cxn modelId="{3C081360-922C-4C5D-9399-87D6C43DD154}" type="presOf" srcId="{2FD103D8-19F7-4B10-8410-D7734710229E}" destId="{C569BB27-E79E-4A50-9DDD-F7316DF26F84}" srcOrd="0" destOrd="0" presId="urn:microsoft.com/office/officeart/2005/8/layout/vList2"/>
    <dgm:cxn modelId="{7D2E5D43-A069-4420-B407-FA7EFDD790AF}" srcId="{2FD103D8-19F7-4B10-8410-D7734710229E}" destId="{64F26488-4493-448F-B295-EA8AC8C44AA8}" srcOrd="1" destOrd="0" parTransId="{72C34B6A-C325-413E-B1F1-66ED4A99DB08}" sibTransId="{420F1DE2-400F-499E-AC53-FF87EAA89549}"/>
    <dgm:cxn modelId="{95B99466-3C5F-4D42-9EC8-F0250452E962}" type="presOf" srcId="{A37C88D6-A649-438C-BC86-12E532E53098}" destId="{486A3EEA-6D39-4058-9658-FDD3221C9B27}" srcOrd="0" destOrd="0" presId="urn:microsoft.com/office/officeart/2005/8/layout/vList2"/>
    <dgm:cxn modelId="{25382454-8083-4419-A9BF-D85360ED62DA}" srcId="{2FD103D8-19F7-4B10-8410-D7734710229E}" destId="{A37C88D6-A649-438C-BC86-12E532E53098}" srcOrd="4" destOrd="0" parTransId="{DB4B434C-DE29-4E74-8911-3FE667E3DDFC}" sibTransId="{8DDB3505-2074-4F6A-BC93-59B78A964C15}"/>
    <dgm:cxn modelId="{D5F3E397-4653-4E42-BEB2-6C499115880B}" srcId="{2FD103D8-19F7-4B10-8410-D7734710229E}" destId="{FA65BE30-FAFF-42C4-B879-DFAC015AC5CF}" srcOrd="0" destOrd="0" parTransId="{D2A35040-3167-49E4-BCF1-ECEBAE0102E9}" sibTransId="{87BDE2F6-0662-4A8D-B918-56984F141192}"/>
    <dgm:cxn modelId="{3E05E09A-7D4F-4238-A205-F06FF89BC3E3}" srcId="{2FD103D8-19F7-4B10-8410-D7734710229E}" destId="{7655E039-66AB-41B7-849E-773AB70D703F}" srcOrd="2" destOrd="0" parTransId="{2198D7CA-A5F7-4EF6-9BE0-A862FBDB68C5}" sibTransId="{2FAAA1D0-7A81-40F2-97F7-1E64CC006DD0}"/>
    <dgm:cxn modelId="{3C30B09C-4CC4-44E2-8533-AD7B96783130}" type="presOf" srcId="{7655E039-66AB-41B7-849E-773AB70D703F}" destId="{2BF09081-66FB-4B6E-BBF2-423099C31E3F}" srcOrd="0" destOrd="0" presId="urn:microsoft.com/office/officeart/2005/8/layout/vList2"/>
    <dgm:cxn modelId="{739B2FBD-9E3D-43D8-8373-B550D2ACF943}" type="presOf" srcId="{64F26488-4493-448F-B295-EA8AC8C44AA8}" destId="{1430F398-FCD6-4570-B323-5F9D2E2CECD5}" srcOrd="0" destOrd="0" presId="urn:microsoft.com/office/officeart/2005/8/layout/vList2"/>
    <dgm:cxn modelId="{28C15FFB-43D2-4D08-AD88-78CA21639ED2}" type="presOf" srcId="{FA65BE30-FAFF-42C4-B879-DFAC015AC5CF}" destId="{1012C999-24B1-4E5F-87D4-2B45AFD4E5D6}" srcOrd="0" destOrd="0" presId="urn:microsoft.com/office/officeart/2005/8/layout/vList2"/>
    <dgm:cxn modelId="{F9427347-99D8-4CD5-8BCF-A22543E95127}" type="presParOf" srcId="{C569BB27-E79E-4A50-9DDD-F7316DF26F84}" destId="{1012C999-24B1-4E5F-87D4-2B45AFD4E5D6}" srcOrd="0" destOrd="0" presId="urn:microsoft.com/office/officeart/2005/8/layout/vList2"/>
    <dgm:cxn modelId="{FBC0F96B-6303-4AC2-B96C-56DA9E88AF76}" type="presParOf" srcId="{C569BB27-E79E-4A50-9DDD-F7316DF26F84}" destId="{EF5E0F7F-73EA-4A0A-A7E9-D3761D97BECF}" srcOrd="1" destOrd="0" presId="urn:microsoft.com/office/officeart/2005/8/layout/vList2"/>
    <dgm:cxn modelId="{538FE378-0D67-4F2F-B400-0C7590FB99F0}" type="presParOf" srcId="{C569BB27-E79E-4A50-9DDD-F7316DF26F84}" destId="{1430F398-FCD6-4570-B323-5F9D2E2CECD5}" srcOrd="2" destOrd="0" presId="urn:microsoft.com/office/officeart/2005/8/layout/vList2"/>
    <dgm:cxn modelId="{F4144026-D430-4829-8AC3-BA3653A22F7D}" type="presParOf" srcId="{C569BB27-E79E-4A50-9DDD-F7316DF26F84}" destId="{99AE2FF0-B20C-4660-8C77-9D2DD36DC54B}" srcOrd="3" destOrd="0" presId="urn:microsoft.com/office/officeart/2005/8/layout/vList2"/>
    <dgm:cxn modelId="{2A24429B-2469-4AF5-B62F-C1498AB9F31E}" type="presParOf" srcId="{C569BB27-E79E-4A50-9DDD-F7316DF26F84}" destId="{2BF09081-66FB-4B6E-BBF2-423099C31E3F}" srcOrd="4" destOrd="0" presId="urn:microsoft.com/office/officeart/2005/8/layout/vList2"/>
    <dgm:cxn modelId="{9E8B8677-53E0-4D02-9D8E-3685B7712975}" type="presParOf" srcId="{C569BB27-E79E-4A50-9DDD-F7316DF26F84}" destId="{5C256AF0-8D23-4068-B8E8-01AD27756510}" srcOrd="5" destOrd="0" presId="urn:microsoft.com/office/officeart/2005/8/layout/vList2"/>
    <dgm:cxn modelId="{7E3BD6E7-53DC-4927-9EE8-FC75D6093EE1}" type="presParOf" srcId="{C569BB27-E79E-4A50-9DDD-F7316DF26F84}" destId="{584A436F-6EB7-467D-94C7-BE541D6C508F}" srcOrd="6" destOrd="0" presId="urn:microsoft.com/office/officeart/2005/8/layout/vList2"/>
    <dgm:cxn modelId="{208FA17C-5471-49AB-B10B-155A0F9838B5}" type="presParOf" srcId="{C569BB27-E79E-4A50-9DDD-F7316DF26F84}" destId="{B3BB483E-FB3E-4B08-B296-F47523BE117E}" srcOrd="7" destOrd="0" presId="urn:microsoft.com/office/officeart/2005/8/layout/vList2"/>
    <dgm:cxn modelId="{9B37CE70-7471-429A-A990-329352A6C1E5}" type="presParOf" srcId="{C569BB27-E79E-4A50-9DDD-F7316DF26F84}" destId="{486A3EEA-6D39-4058-9658-FDD3221C9B2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9C904-4816-4838-8652-7FF76C715AE6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Projektübersicht</a:t>
          </a:r>
          <a:endParaRPr lang="en-US" sz="2500" kern="1200"/>
        </a:p>
      </dsp:txBody>
      <dsp:txXfrm>
        <a:off x="3201" y="445489"/>
        <a:ext cx="2539866" cy="1523919"/>
      </dsp:txXfrm>
    </dsp:sp>
    <dsp:sp modelId="{B04B8B8B-6DA5-41A4-AB5A-30832E3342ED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Zielsetzung</a:t>
          </a:r>
          <a:endParaRPr lang="en-US" sz="2500" kern="1200"/>
        </a:p>
      </dsp:txBody>
      <dsp:txXfrm>
        <a:off x="2797054" y="445489"/>
        <a:ext cx="2539866" cy="1523919"/>
      </dsp:txXfrm>
    </dsp:sp>
    <dsp:sp modelId="{6F7D1468-A9EB-4E21-A510-D754ED5EC3E2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Lastenheft</a:t>
          </a:r>
          <a:endParaRPr lang="en-US" sz="2500" kern="1200"/>
        </a:p>
      </dsp:txBody>
      <dsp:txXfrm>
        <a:off x="5590907" y="445489"/>
        <a:ext cx="2539866" cy="1523919"/>
      </dsp:txXfrm>
    </dsp:sp>
    <dsp:sp modelId="{512FAE2D-454C-451B-9968-3149EEA51F2C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Systemarchitektur</a:t>
          </a:r>
          <a:endParaRPr lang="en-US" sz="2500" kern="1200"/>
        </a:p>
      </dsp:txBody>
      <dsp:txXfrm>
        <a:off x="8384760" y="445489"/>
        <a:ext cx="2539866" cy="1523919"/>
      </dsp:txXfrm>
    </dsp:sp>
    <dsp:sp modelId="{2BADBBA6-F17E-4C16-A9ED-DD02233328A8}">
      <dsp:nvSpPr>
        <dsp:cNvPr id="0" name=""/>
        <dsp:cNvSpPr/>
      </dsp:nvSpPr>
      <dsp:spPr>
        <a:xfrm>
          <a:off x="1400128" y="2223395"/>
          <a:ext cx="2539866" cy="1523919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Technische Umsetzung</a:t>
          </a:r>
          <a:endParaRPr lang="en-US" sz="2500" kern="1200"/>
        </a:p>
      </dsp:txBody>
      <dsp:txXfrm>
        <a:off x="1400128" y="2223395"/>
        <a:ext cx="2539866" cy="1523919"/>
      </dsp:txXfrm>
    </dsp:sp>
    <dsp:sp modelId="{B55A67C5-9D83-4026-BEE5-D0184B2ADD6C}">
      <dsp:nvSpPr>
        <dsp:cNvPr id="0" name=""/>
        <dsp:cNvSpPr/>
      </dsp:nvSpPr>
      <dsp:spPr>
        <a:xfrm>
          <a:off x="4193981" y="2223395"/>
          <a:ext cx="2539866" cy="1523919"/>
        </a:xfrm>
        <a:prstGeom prst="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Statistik &amp; Reporting</a:t>
          </a:r>
          <a:endParaRPr lang="en-US" sz="2500" kern="1200"/>
        </a:p>
      </dsp:txBody>
      <dsp:txXfrm>
        <a:off x="4193981" y="2223395"/>
        <a:ext cx="2539866" cy="1523919"/>
      </dsp:txXfrm>
    </dsp:sp>
    <dsp:sp modelId="{B81EF026-DF03-4405-82BE-AEE9A5767DD1}">
      <dsp:nvSpPr>
        <dsp:cNvPr id="0" name=""/>
        <dsp:cNvSpPr/>
      </dsp:nvSpPr>
      <dsp:spPr>
        <a:xfrm>
          <a:off x="6987834" y="2223395"/>
          <a:ext cx="2539866" cy="1523919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Fazit &amp; Ausblick</a:t>
          </a:r>
          <a:endParaRPr lang="en-US" sz="2500" kern="1200"/>
        </a:p>
      </dsp:txBody>
      <dsp:txXfrm>
        <a:off x="6987834" y="2223395"/>
        <a:ext cx="2539866" cy="1523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3BCC0B-2B5A-4478-B7DC-B01DEC225ABF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D618E-13DE-451F-AEF2-A92E4B495743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110A1-FE0F-4DD9-93D6-4B5C56CAA3EA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Entwicklung eines Tools zur automatisierten Analyse von Logdateien</a:t>
          </a:r>
          <a:endParaRPr lang="en-US" sz="1200" kern="1200"/>
        </a:p>
      </dsp:txBody>
      <dsp:txXfrm>
        <a:off x="333914" y="2456402"/>
        <a:ext cx="1800000" cy="720000"/>
      </dsp:txXfrm>
    </dsp:sp>
    <dsp:sp modelId="{D2F73C09-2000-4FA8-A9FA-1984A58F3341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A3FF0B-ED9C-4D9F-872D-2DD0F3F902C8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5201B-8BBA-44FF-9E24-1C516E3881BD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Identifizierung von Fehlern, Warnungen und Auffälligkeiten</a:t>
          </a:r>
          <a:endParaRPr lang="en-US" sz="1200" kern="1200"/>
        </a:p>
      </dsp:txBody>
      <dsp:txXfrm>
        <a:off x="2448914" y="2456402"/>
        <a:ext cx="1800000" cy="720000"/>
      </dsp:txXfrm>
    </dsp:sp>
    <dsp:sp modelId="{E7587D31-C394-4D12-A2B4-0ED4835F70BC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8BCC8-A43C-4023-821F-7391A4AB36EF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D6954D-A359-49FD-9B0A-7D9D7CBB4EE3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Direkte Übernahme relevanter Log‑Einträge in ein Bugtracking‑System</a:t>
          </a:r>
          <a:endParaRPr lang="en-US" sz="1200" kern="1200"/>
        </a:p>
      </dsp:txBody>
      <dsp:txXfrm>
        <a:off x="4563914" y="2456402"/>
        <a:ext cx="1800000" cy="720000"/>
      </dsp:txXfrm>
    </dsp:sp>
    <dsp:sp modelId="{1F8CE314-EC2C-405F-91EA-E5449B430804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272420-2CC7-4C6C-9F7B-FBDA3E43535A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0FD77-156B-4964-9D11-F9EA8B23BE0C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Desktop‑Anwendung für Entwickler und Tester</a:t>
          </a:r>
          <a:endParaRPr lang="en-US" sz="1200" kern="1200"/>
        </a:p>
      </dsp:txBody>
      <dsp:txXfrm>
        <a:off x="6678914" y="2456402"/>
        <a:ext cx="1800000" cy="720000"/>
      </dsp:txXfrm>
    </dsp:sp>
    <dsp:sp modelId="{6CE03746-86CB-421C-93B2-75D71B4951DF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4D11DA-A760-427B-BAF1-DC2E68336467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47AAA-93D6-4422-8759-4A6CC61D9655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Ziel: Beschleunigung der Fehlersuche und Optimierung der Dokumentation</a:t>
          </a:r>
          <a:endParaRPr lang="en-US" sz="1200" kern="1200"/>
        </a:p>
      </dsp:txBody>
      <dsp:txXfrm>
        <a:off x="8793914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44D88-AEAC-453D-9F1E-32C86044F0C8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122F0-3FA7-4CD0-B62C-AB3A9E665D2B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3AE75-1F25-46B2-9FB0-791036706D8C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Automatisierte Analyse großer Logdateien zur schnelleren Fehleridentifikation</a:t>
          </a:r>
          <a:endParaRPr lang="en-US" sz="1200" kern="1200"/>
        </a:p>
      </dsp:txBody>
      <dsp:txXfrm>
        <a:off x="333914" y="2456402"/>
        <a:ext cx="1800000" cy="720000"/>
      </dsp:txXfrm>
    </dsp:sp>
    <dsp:sp modelId="{22A814B3-357B-4A56-83CB-17951AE6CF7E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75FA9-AC64-4B23-9960-931EC4178173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B139C0-C1D7-49BE-A1E0-F5D8290E1E34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Reduzierung manueller Arbeitsschritte in der Qualitäts­sicherung</a:t>
          </a:r>
          <a:endParaRPr lang="en-US" sz="1200" kern="1200"/>
        </a:p>
      </dsp:txBody>
      <dsp:txXfrm>
        <a:off x="2448914" y="2456402"/>
        <a:ext cx="1800000" cy="720000"/>
      </dsp:txXfrm>
    </dsp:sp>
    <dsp:sp modelId="{DBDF67A5-21E2-49BD-935D-1084743EFEB0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0A001-C2F9-4F9F-A680-3C8DB4FC0C33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5723F-9E87-4125-8166-0C66025D6B33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Strukturierte Dokumentation von Fehlern durch direkte Bug‑Erstellung</a:t>
          </a:r>
          <a:endParaRPr lang="en-US" sz="1200" kern="1200"/>
        </a:p>
      </dsp:txBody>
      <dsp:txXfrm>
        <a:off x="4563914" y="2456402"/>
        <a:ext cx="1800000" cy="720000"/>
      </dsp:txXfrm>
    </dsp:sp>
    <dsp:sp modelId="{CD961C48-9C03-4A54-B8A8-E5F5DD601867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60AAC2-5047-4AF1-B018-7DFA6D34F26D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4D4BD-9BA9-4141-A3EC-70E7588DF8BD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Zentrale Verwaltung aller Bugs inklusive Status, Priorität und Zuständigkeit</a:t>
          </a:r>
          <a:endParaRPr lang="en-US" sz="1200" kern="1200"/>
        </a:p>
      </dsp:txBody>
      <dsp:txXfrm>
        <a:off x="6678914" y="2456402"/>
        <a:ext cx="1800000" cy="720000"/>
      </dsp:txXfrm>
    </dsp:sp>
    <dsp:sp modelId="{FD740C76-BCAE-4436-95BC-BAD60ECA1290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B0708-B0D7-48A8-AFCE-4AC5FB6DB4DC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5DB57-3BE7-4BFF-8D3D-35D58E9A651E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kern="1200"/>
            <a:t>Verbesserung der Transparenz zwischen Entwicklung &amp; Test</a:t>
          </a:r>
          <a:endParaRPr lang="en-US" sz="1200" kern="1200"/>
        </a:p>
      </dsp:txBody>
      <dsp:txXfrm>
        <a:off x="8793914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BB2DE-91F0-449B-9FA4-62F5AFB81132}">
      <dsp:nvSpPr>
        <dsp:cNvPr id="0" name=""/>
        <dsp:cNvSpPr/>
      </dsp:nvSpPr>
      <dsp:spPr>
        <a:xfrm>
          <a:off x="0" y="1273280"/>
          <a:ext cx="666683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262D6-8FD7-4138-9FAF-62F01F212FA2}">
      <dsp:nvSpPr>
        <dsp:cNvPr id="0" name=""/>
        <dsp:cNvSpPr/>
      </dsp:nvSpPr>
      <dsp:spPr>
        <a:xfrm>
          <a:off x="333341" y="1096160"/>
          <a:ext cx="4666783" cy="3542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Logdateien einlesen: Unterstützung für .log und .txt</a:t>
          </a:r>
          <a:endParaRPr lang="en-US" sz="1200" kern="1200"/>
        </a:p>
      </dsp:txBody>
      <dsp:txXfrm>
        <a:off x="350634" y="1113453"/>
        <a:ext cx="4632197" cy="319654"/>
      </dsp:txXfrm>
    </dsp:sp>
    <dsp:sp modelId="{78038282-534D-4723-9CFD-C6FD03D5CA6C}">
      <dsp:nvSpPr>
        <dsp:cNvPr id="0" name=""/>
        <dsp:cNvSpPr/>
      </dsp:nvSpPr>
      <dsp:spPr>
        <a:xfrm>
          <a:off x="0" y="1817600"/>
          <a:ext cx="666683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623EC-E07D-410F-9640-E2AE9CF2E094}">
      <dsp:nvSpPr>
        <dsp:cNvPr id="0" name=""/>
        <dsp:cNvSpPr/>
      </dsp:nvSpPr>
      <dsp:spPr>
        <a:xfrm>
          <a:off x="333341" y="1640480"/>
          <a:ext cx="4666783" cy="3542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Filterfunktionen: Datum, Severity, Quelle</a:t>
          </a:r>
          <a:endParaRPr lang="en-US" sz="1200" kern="1200"/>
        </a:p>
      </dsp:txBody>
      <dsp:txXfrm>
        <a:off x="350634" y="1657773"/>
        <a:ext cx="4632197" cy="319654"/>
      </dsp:txXfrm>
    </dsp:sp>
    <dsp:sp modelId="{048FAD9F-C33F-468F-A9E0-B35D7A716F09}">
      <dsp:nvSpPr>
        <dsp:cNvPr id="0" name=""/>
        <dsp:cNvSpPr/>
      </dsp:nvSpPr>
      <dsp:spPr>
        <a:xfrm>
          <a:off x="0" y="2361920"/>
          <a:ext cx="666683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283F9-CECA-4356-BFE0-33499D66A2F6}">
      <dsp:nvSpPr>
        <dsp:cNvPr id="0" name=""/>
        <dsp:cNvSpPr/>
      </dsp:nvSpPr>
      <dsp:spPr>
        <a:xfrm>
          <a:off x="333341" y="2184799"/>
          <a:ext cx="4666783" cy="3542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Statistische Auswertung: Anzahl von Fehlern, Warnungen und Infos</a:t>
          </a:r>
          <a:endParaRPr lang="en-US" sz="1200" kern="1200"/>
        </a:p>
      </dsp:txBody>
      <dsp:txXfrm>
        <a:off x="350634" y="2202092"/>
        <a:ext cx="4632197" cy="319654"/>
      </dsp:txXfrm>
    </dsp:sp>
    <dsp:sp modelId="{44C3E5F0-D673-4C7A-AC46-019D0B7E1EC2}">
      <dsp:nvSpPr>
        <dsp:cNvPr id="0" name=""/>
        <dsp:cNvSpPr/>
      </dsp:nvSpPr>
      <dsp:spPr>
        <a:xfrm>
          <a:off x="0" y="2906239"/>
          <a:ext cx="666683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249936" rIns="51742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/>
            <a:t>Bugs anlegen (Titel, Beschreibung, Status, Priorität)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/>
            <a:t>Zuweisung an Entwickler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/>
            <a:t>Suche &amp; Filterung von Tickets</a:t>
          </a:r>
          <a:endParaRPr lang="en-US" sz="1200" kern="1200"/>
        </a:p>
      </dsp:txBody>
      <dsp:txXfrm>
        <a:off x="0" y="2906239"/>
        <a:ext cx="6666833" cy="907200"/>
      </dsp:txXfrm>
    </dsp:sp>
    <dsp:sp modelId="{F96CC747-61D1-4DD0-99A2-893C3ADAD837}">
      <dsp:nvSpPr>
        <dsp:cNvPr id="0" name=""/>
        <dsp:cNvSpPr/>
      </dsp:nvSpPr>
      <dsp:spPr>
        <a:xfrm>
          <a:off x="333341" y="2729119"/>
          <a:ext cx="4666783" cy="3542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Exportfunktionen: CSV‑ und PDF‑ExportTicketsystem:</a:t>
          </a:r>
          <a:endParaRPr lang="en-US" sz="1200" kern="1200"/>
        </a:p>
      </dsp:txBody>
      <dsp:txXfrm>
        <a:off x="350634" y="2746412"/>
        <a:ext cx="4632197" cy="319654"/>
      </dsp:txXfrm>
    </dsp:sp>
    <dsp:sp modelId="{DF33E89A-B764-4E53-AC12-3AB47C94863D}">
      <dsp:nvSpPr>
        <dsp:cNvPr id="0" name=""/>
        <dsp:cNvSpPr/>
      </dsp:nvSpPr>
      <dsp:spPr>
        <a:xfrm>
          <a:off x="0" y="4055359"/>
          <a:ext cx="6666833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C3018-6D4B-4C6F-AF5A-B8302E2E72CD}">
      <dsp:nvSpPr>
        <dsp:cNvPr id="0" name=""/>
        <dsp:cNvSpPr/>
      </dsp:nvSpPr>
      <dsp:spPr>
        <a:xfrm>
          <a:off x="333341" y="3878239"/>
          <a:ext cx="4666783" cy="3542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Benutzerverwaltung: Rollen Admin, Entwickler, Tester</a:t>
          </a:r>
          <a:endParaRPr lang="en-US" sz="1200" kern="1200"/>
        </a:p>
      </dsp:txBody>
      <dsp:txXfrm>
        <a:off x="350634" y="3895532"/>
        <a:ext cx="4632197" cy="3196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93D4E-BA5D-43D9-A185-60644F6311A8}">
      <dsp:nvSpPr>
        <dsp:cNvPr id="0" name=""/>
        <dsp:cNvSpPr/>
      </dsp:nvSpPr>
      <dsp:spPr>
        <a:xfrm>
          <a:off x="813" y="663920"/>
          <a:ext cx="3173907" cy="190434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/>
            <a:t>Frontend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/>
            <a:t>WPF‑Desktopanwendung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/>
            <a:t>Fokus auf Benutzerfreundlichkeit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/>
            <a:t>Tabellenansicht für Logs, Ticketlisten und Filter</a:t>
          </a:r>
          <a:endParaRPr lang="en-US" sz="1800" kern="1200"/>
        </a:p>
      </dsp:txBody>
      <dsp:txXfrm>
        <a:off x="813" y="663920"/>
        <a:ext cx="3173907" cy="1904344"/>
      </dsp:txXfrm>
    </dsp:sp>
    <dsp:sp modelId="{08A3249C-C83B-48EF-A3CA-8B1522E78019}">
      <dsp:nvSpPr>
        <dsp:cNvPr id="0" name=""/>
        <dsp:cNvSpPr/>
      </dsp:nvSpPr>
      <dsp:spPr>
        <a:xfrm>
          <a:off x="3492111" y="663920"/>
          <a:ext cx="3173907" cy="190434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Datenbank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/>
            <a:t>SQLite als lokale, leichtgewichtige Datenbank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/>
            <a:t>Tabellen: Users, Tickets, Logs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/>
            <a:t>Verschlüsselte Speicherung</a:t>
          </a:r>
          <a:endParaRPr lang="en-US" sz="1500" kern="1200"/>
        </a:p>
      </dsp:txBody>
      <dsp:txXfrm>
        <a:off x="3492111" y="663920"/>
        <a:ext cx="3173907" cy="1904344"/>
      </dsp:txXfrm>
    </dsp:sp>
    <dsp:sp modelId="{9B54F777-FF1F-4CD0-93FA-E3A0E5E8A872}">
      <dsp:nvSpPr>
        <dsp:cNvPr id="0" name=""/>
        <dsp:cNvSpPr/>
      </dsp:nvSpPr>
      <dsp:spPr>
        <a:xfrm>
          <a:off x="813" y="2885655"/>
          <a:ext cx="3173907" cy="190434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Backend/ Logik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/>
            <a:t>C#‑Klassenbibliothek mit Modulen: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 err="1"/>
            <a:t>LogParser</a:t>
          </a:r>
          <a:r>
            <a:rPr lang="de-DE" sz="1500" kern="1200" dirty="0"/>
            <a:t> (</a:t>
          </a:r>
          <a:r>
            <a:rPr lang="de-DE" sz="1500" kern="1200" dirty="0" err="1"/>
            <a:t>Regex</a:t>
          </a:r>
          <a:r>
            <a:rPr lang="de-DE" sz="1500" kern="1200" dirty="0"/>
            <a:t>‑basierte Analyse)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 err="1"/>
            <a:t>TicketManager</a:t>
          </a:r>
          <a:r>
            <a:rPr lang="de-DE" sz="1500" kern="1200" dirty="0"/>
            <a:t> (CRUD‑Operationen für Bugs)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 err="1"/>
            <a:t>UserManager</a:t>
          </a:r>
          <a:r>
            <a:rPr lang="de-DE" sz="1500" kern="1200" dirty="0"/>
            <a:t> (Login &amp; Rollen)</a:t>
          </a:r>
          <a:endParaRPr lang="en-US" sz="1500" kern="1200" dirty="0"/>
        </a:p>
      </dsp:txBody>
      <dsp:txXfrm>
        <a:off x="813" y="2885655"/>
        <a:ext cx="3173907" cy="1904344"/>
      </dsp:txXfrm>
    </dsp:sp>
    <dsp:sp modelId="{443631E7-CDE9-4D5A-92CB-CF2F6AB07B17}">
      <dsp:nvSpPr>
        <dsp:cNvPr id="0" name=""/>
        <dsp:cNvSpPr/>
      </dsp:nvSpPr>
      <dsp:spPr>
        <a:xfrm>
          <a:off x="3492111" y="2885655"/>
          <a:ext cx="3173907" cy="190434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Reporting‑Komponenten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 dirty="0"/>
            <a:t>PDF‑Export via </a:t>
          </a:r>
          <a:r>
            <a:rPr lang="de-DE" sz="1500" kern="1200" dirty="0" err="1"/>
            <a:t>iTextSharp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500" kern="1200"/>
            <a:t>CSV‑Export über .NET‑Bibliotheken</a:t>
          </a:r>
          <a:endParaRPr lang="en-US" sz="1500" kern="1200"/>
        </a:p>
      </dsp:txBody>
      <dsp:txXfrm>
        <a:off x="3492111" y="2885655"/>
        <a:ext cx="3173907" cy="19043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A856F-4EF0-47DF-8D39-361070608DBC}">
      <dsp:nvSpPr>
        <dsp:cNvPr id="0" name=""/>
        <dsp:cNvSpPr/>
      </dsp:nvSpPr>
      <dsp:spPr>
        <a:xfrm>
          <a:off x="819587" y="0"/>
          <a:ext cx="9288654" cy="3689405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25D634-FC0A-4B4E-8CBC-83F6AD1C0FDA}">
      <dsp:nvSpPr>
        <dsp:cNvPr id="0" name=""/>
        <dsp:cNvSpPr/>
      </dsp:nvSpPr>
      <dsp:spPr>
        <a:xfrm>
          <a:off x="11738" y="1106821"/>
          <a:ext cx="3517394" cy="147576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Log‑AnalyzerEinlesen der Logdateien über StreamReaderRegex‑basierte Extraktion von Timestamp, Severity, Quelle und NachrichtLINQ‑Filter für schnelle AnalyseÜbergabe markierter Einträge zur Bug‑Erstellung</a:t>
          </a:r>
          <a:endParaRPr lang="en-US" sz="1400" kern="1200"/>
        </a:p>
      </dsp:txBody>
      <dsp:txXfrm>
        <a:off x="83779" y="1178862"/>
        <a:ext cx="3373312" cy="1331680"/>
      </dsp:txXfrm>
    </dsp:sp>
    <dsp:sp modelId="{AB687F80-1C50-49E6-BEA9-53DA4C61FFE5}">
      <dsp:nvSpPr>
        <dsp:cNvPr id="0" name=""/>
        <dsp:cNvSpPr/>
      </dsp:nvSpPr>
      <dsp:spPr>
        <a:xfrm>
          <a:off x="3705217" y="1106821"/>
          <a:ext cx="3517394" cy="1475762"/>
        </a:xfrm>
        <a:prstGeom prst="round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Bugtracking‑ModulTickets erstellen, bearbeiten, filternSpeicherung in SQLite (lokale verschlüsselte DB)Export als CSV &amp; PDFRollenabhängige Berechtigungen</a:t>
          </a:r>
          <a:endParaRPr lang="en-US" sz="1400" kern="1200"/>
        </a:p>
      </dsp:txBody>
      <dsp:txXfrm>
        <a:off x="3777258" y="1178862"/>
        <a:ext cx="3373312" cy="1331680"/>
      </dsp:txXfrm>
    </dsp:sp>
    <dsp:sp modelId="{860A744C-DCC6-41A2-BD81-9550939B9884}">
      <dsp:nvSpPr>
        <dsp:cNvPr id="0" name=""/>
        <dsp:cNvSpPr/>
      </dsp:nvSpPr>
      <dsp:spPr>
        <a:xfrm>
          <a:off x="7398695" y="1106821"/>
          <a:ext cx="3517394" cy="1475762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/>
            <a:t>BenutzerverwaltungLogin mit Benutzername/PasswortPasswort‑Hashing für sichere SpeicherungRollen: Admin, Entwickler, TesterSteuerung der Rechte über Rollenzuweisung</a:t>
          </a:r>
          <a:endParaRPr lang="en-US" sz="1400" kern="1200"/>
        </a:p>
      </dsp:txBody>
      <dsp:txXfrm>
        <a:off x="7470736" y="1178862"/>
        <a:ext cx="3373312" cy="13316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7539E7-A440-4FC3-9173-BB5F55A9ABCA}">
      <dsp:nvSpPr>
        <dsp:cNvPr id="0" name=""/>
        <dsp:cNvSpPr/>
      </dsp:nvSpPr>
      <dsp:spPr>
        <a:xfrm>
          <a:off x="788484" y="925697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C7668-2AE5-4C21-9E5E-A6B5722FDC4C}">
      <dsp:nvSpPr>
        <dsp:cNvPr id="0" name=""/>
        <dsp:cNvSpPr/>
      </dsp:nvSpPr>
      <dsp:spPr>
        <a:xfrm>
          <a:off x="4219" y="1870972"/>
          <a:ext cx="2413125" cy="395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400" b="1" kern="1200"/>
            <a:t>Einlesen &amp; Verarbeitung</a:t>
          </a:r>
          <a:endParaRPr lang="en-US" sz="1400" kern="1200"/>
        </a:p>
      </dsp:txBody>
      <dsp:txXfrm>
        <a:off x="4219" y="1870972"/>
        <a:ext cx="2413125" cy="395903"/>
      </dsp:txXfrm>
    </dsp:sp>
    <dsp:sp modelId="{80983F23-4376-4FED-A919-3FF3A5A24B2D}">
      <dsp:nvSpPr>
        <dsp:cNvPr id="0" name=""/>
        <dsp:cNvSpPr/>
      </dsp:nvSpPr>
      <dsp:spPr>
        <a:xfrm>
          <a:off x="4219" y="2313703"/>
          <a:ext cx="2413125" cy="953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Unterstützung für </a:t>
          </a:r>
          <a:r>
            <a:rPr lang="de-DE" sz="1100" i="1" kern="1200"/>
            <a:t>.log</a:t>
          </a:r>
          <a:r>
            <a:rPr lang="de-DE" sz="1100" kern="1200"/>
            <a:t> und </a:t>
          </a:r>
          <a:r>
            <a:rPr lang="de-DE" sz="1100" i="1" kern="1200"/>
            <a:t>.txt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Zeilenweises Einlesen mit </a:t>
          </a:r>
          <a:r>
            <a:rPr lang="de-DE" sz="1100" b="1" kern="1200"/>
            <a:t>StreamReader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Verarbeitung großer Dateien (10.000+ Zeilen)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Speicherung in strukturierter Liste</a:t>
          </a:r>
          <a:endParaRPr lang="en-US" sz="1100" kern="1200"/>
        </a:p>
      </dsp:txBody>
      <dsp:txXfrm>
        <a:off x="4219" y="2313703"/>
        <a:ext cx="2413125" cy="953403"/>
      </dsp:txXfrm>
    </dsp:sp>
    <dsp:sp modelId="{3BA23846-C655-4555-AA93-E9BA0C1F45F9}">
      <dsp:nvSpPr>
        <dsp:cNvPr id="0" name=""/>
        <dsp:cNvSpPr/>
      </dsp:nvSpPr>
      <dsp:spPr>
        <a:xfrm>
          <a:off x="3623906" y="925697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1EFA3-3A76-4592-8E9A-7865A88D4D32}">
      <dsp:nvSpPr>
        <dsp:cNvPr id="0" name=""/>
        <dsp:cNvSpPr/>
      </dsp:nvSpPr>
      <dsp:spPr>
        <a:xfrm>
          <a:off x="2839641" y="1870972"/>
          <a:ext cx="2413125" cy="395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400" b="1" kern="1200"/>
            <a:t>Analyse (Parsing)</a:t>
          </a:r>
          <a:endParaRPr lang="en-US" sz="1400" kern="1200"/>
        </a:p>
      </dsp:txBody>
      <dsp:txXfrm>
        <a:off x="2839641" y="1870972"/>
        <a:ext cx="2413125" cy="395903"/>
      </dsp:txXfrm>
    </dsp:sp>
    <dsp:sp modelId="{A421AE53-1CF2-47DF-B929-85DE63483962}">
      <dsp:nvSpPr>
        <dsp:cNvPr id="0" name=""/>
        <dsp:cNvSpPr/>
      </dsp:nvSpPr>
      <dsp:spPr>
        <a:xfrm>
          <a:off x="2839641" y="2313703"/>
          <a:ext cx="2413125" cy="953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867F71-685B-4142-8C7E-B6CCC383445F}">
      <dsp:nvSpPr>
        <dsp:cNvPr id="0" name=""/>
        <dsp:cNvSpPr/>
      </dsp:nvSpPr>
      <dsp:spPr>
        <a:xfrm>
          <a:off x="6459328" y="925697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5AD28-174A-46C8-AA98-C8987FFCB706}">
      <dsp:nvSpPr>
        <dsp:cNvPr id="0" name=""/>
        <dsp:cNvSpPr/>
      </dsp:nvSpPr>
      <dsp:spPr>
        <a:xfrm>
          <a:off x="5675062" y="1870972"/>
          <a:ext cx="2413125" cy="395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400" b="1" kern="1200"/>
            <a:t>Regex‑basierte Extraktion</a:t>
          </a:r>
          <a:r>
            <a:rPr lang="de-DE" sz="1400" kern="1200"/>
            <a:t> von: </a:t>
          </a:r>
          <a:endParaRPr lang="en-US" sz="1400" kern="1200"/>
        </a:p>
      </dsp:txBody>
      <dsp:txXfrm>
        <a:off x="5675062" y="1870972"/>
        <a:ext cx="2413125" cy="395903"/>
      </dsp:txXfrm>
    </dsp:sp>
    <dsp:sp modelId="{6588135B-3AF1-4A1D-AC1D-A96262B0C32F}">
      <dsp:nvSpPr>
        <dsp:cNvPr id="0" name=""/>
        <dsp:cNvSpPr/>
      </dsp:nvSpPr>
      <dsp:spPr>
        <a:xfrm>
          <a:off x="5675062" y="2313703"/>
          <a:ext cx="2413125" cy="953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Zeitstempel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Severity (Info / Warning / Error)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Quelle / Komponente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Nachricht</a:t>
          </a:r>
          <a:endParaRPr lang="en-US" sz="1100" kern="1200"/>
        </a:p>
      </dsp:txBody>
      <dsp:txXfrm>
        <a:off x="5675062" y="2313703"/>
        <a:ext cx="2413125" cy="953403"/>
      </dsp:txXfrm>
    </dsp:sp>
    <dsp:sp modelId="{064268E1-E107-4FB3-B839-FDBCE0797764}">
      <dsp:nvSpPr>
        <dsp:cNvPr id="0" name=""/>
        <dsp:cNvSpPr/>
      </dsp:nvSpPr>
      <dsp:spPr>
        <a:xfrm>
          <a:off x="9294750" y="925697"/>
          <a:ext cx="844593" cy="8445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4C975-0F4D-43A4-971B-52D332E160F1}">
      <dsp:nvSpPr>
        <dsp:cNvPr id="0" name=""/>
        <dsp:cNvSpPr/>
      </dsp:nvSpPr>
      <dsp:spPr>
        <a:xfrm>
          <a:off x="8510484" y="1870972"/>
          <a:ext cx="2413125" cy="395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400" kern="1200"/>
            <a:t>Umwandlung in </a:t>
          </a:r>
          <a:r>
            <a:rPr lang="de-DE" sz="1400" b="1" kern="1200"/>
            <a:t>LogEntry‑Objekte</a:t>
          </a:r>
          <a:endParaRPr lang="en-US" sz="1400" kern="1200"/>
        </a:p>
      </dsp:txBody>
      <dsp:txXfrm>
        <a:off x="8510484" y="1870972"/>
        <a:ext cx="2413125" cy="395903"/>
      </dsp:txXfrm>
    </dsp:sp>
    <dsp:sp modelId="{37ABC651-B7C0-4A5B-B70D-272BE2ECA1E7}">
      <dsp:nvSpPr>
        <dsp:cNvPr id="0" name=""/>
        <dsp:cNvSpPr/>
      </dsp:nvSpPr>
      <dsp:spPr>
        <a:xfrm>
          <a:off x="8510484" y="2313703"/>
          <a:ext cx="2413125" cy="9534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4F11B-64CD-4465-912C-492B9CE7ED25}">
      <dsp:nvSpPr>
        <dsp:cNvPr id="0" name=""/>
        <dsp:cNvSpPr/>
      </dsp:nvSpPr>
      <dsp:spPr>
        <a:xfrm>
          <a:off x="2169914" y="46221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5CB54-A5D0-4F4F-9687-7D34164F8C0A}">
      <dsp:nvSpPr>
        <dsp:cNvPr id="0" name=""/>
        <dsp:cNvSpPr/>
      </dsp:nvSpPr>
      <dsp:spPr>
        <a:xfrm>
          <a:off x="765914" y="211475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b="1" kern="1200"/>
            <a:t>Optimierung</a:t>
          </a:r>
          <a:endParaRPr lang="en-US" sz="3600" kern="1200"/>
        </a:p>
      </dsp:txBody>
      <dsp:txXfrm>
        <a:off x="765914" y="2114757"/>
        <a:ext cx="4320000" cy="648000"/>
      </dsp:txXfrm>
    </dsp:sp>
    <dsp:sp modelId="{72CB9E0B-39EB-45D3-BE98-4A519ECA4049}">
      <dsp:nvSpPr>
        <dsp:cNvPr id="0" name=""/>
        <dsp:cNvSpPr/>
      </dsp:nvSpPr>
      <dsp:spPr>
        <a:xfrm>
          <a:off x="765914" y="2828125"/>
          <a:ext cx="4320000" cy="902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Kompilierte Regex für hohe Geschwindigkeit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Streaming‑Ansatz → geringe Speicherlast</a:t>
          </a:r>
          <a:endParaRPr lang="en-US" sz="1700" kern="1200"/>
        </a:p>
      </dsp:txBody>
      <dsp:txXfrm>
        <a:off x="765914" y="2828125"/>
        <a:ext cx="4320000" cy="902462"/>
      </dsp:txXfrm>
    </dsp:sp>
    <dsp:sp modelId="{DAA004DC-674E-411A-AFDD-939AA8885CB3}">
      <dsp:nvSpPr>
        <dsp:cNvPr id="0" name=""/>
        <dsp:cNvSpPr/>
      </dsp:nvSpPr>
      <dsp:spPr>
        <a:xfrm>
          <a:off x="7245914" y="462217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EBDC5-A5C5-4D8D-B901-8B0495AAB622}">
      <dsp:nvSpPr>
        <dsp:cNvPr id="0" name=""/>
        <dsp:cNvSpPr/>
      </dsp:nvSpPr>
      <dsp:spPr>
        <a:xfrm>
          <a:off x="5841914" y="211475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3600" b="1" kern="1200"/>
            <a:t>Performance</a:t>
          </a:r>
          <a:endParaRPr lang="en-US" sz="3600" kern="1200"/>
        </a:p>
      </dsp:txBody>
      <dsp:txXfrm>
        <a:off x="5841914" y="2114757"/>
        <a:ext cx="4320000" cy="648000"/>
      </dsp:txXfrm>
    </dsp:sp>
    <dsp:sp modelId="{F6FB8E71-991B-4E4A-997A-43F4668EE4F7}">
      <dsp:nvSpPr>
        <dsp:cNvPr id="0" name=""/>
        <dsp:cNvSpPr/>
      </dsp:nvSpPr>
      <dsp:spPr>
        <a:xfrm>
          <a:off x="5841914" y="2828125"/>
          <a:ext cx="4320000" cy="902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Stabile Verarbeitung großer Logdateien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Schnelle Filterung durch LINQ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Effizienter Workflow ohne Ladezeiten</a:t>
          </a:r>
          <a:endParaRPr lang="en-US" sz="1700" kern="1200"/>
        </a:p>
      </dsp:txBody>
      <dsp:txXfrm>
        <a:off x="5841914" y="2828125"/>
        <a:ext cx="4320000" cy="9024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6F1C5-9A2F-411E-A3FA-B73952DCA18C}">
      <dsp:nvSpPr>
        <dsp:cNvPr id="0" name=""/>
        <dsp:cNvSpPr/>
      </dsp:nvSpPr>
      <dsp:spPr>
        <a:xfrm>
          <a:off x="5273" y="721980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4F6DF-9D3A-48C8-A0C0-6F823B508280}">
      <dsp:nvSpPr>
        <dsp:cNvPr id="0" name=""/>
        <dsp:cNvSpPr/>
      </dsp:nvSpPr>
      <dsp:spPr>
        <a:xfrm>
          <a:off x="5273" y="1510540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b="1" kern="1200"/>
            <a:t>Ticketverwaltung</a:t>
          </a:r>
          <a:endParaRPr lang="en-US" sz="1800" kern="1200"/>
        </a:p>
      </dsp:txBody>
      <dsp:txXfrm>
        <a:off x="5273" y="1510540"/>
        <a:ext cx="1915312" cy="287296"/>
      </dsp:txXfrm>
    </dsp:sp>
    <dsp:sp modelId="{FD71C017-EEB8-4C91-934B-754EAD5747B5}">
      <dsp:nvSpPr>
        <dsp:cNvPr id="0" name=""/>
        <dsp:cNvSpPr/>
      </dsp:nvSpPr>
      <dsp:spPr>
        <a:xfrm>
          <a:off x="5273" y="1852813"/>
          <a:ext cx="1915312" cy="1618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Erstellen, Bearbeiten und Löschen von Bug‑Tickets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Pflichtfelder: Titel, Beschreibung, Status, Priorität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Automatische Vorbefüllung aus Log‑Einträgen</a:t>
          </a:r>
          <a:endParaRPr lang="en-US" sz="1300" kern="1200"/>
        </a:p>
      </dsp:txBody>
      <dsp:txXfrm>
        <a:off x="5273" y="1852813"/>
        <a:ext cx="1915312" cy="1618010"/>
      </dsp:txXfrm>
    </dsp:sp>
    <dsp:sp modelId="{9DEA3CC4-B50E-4FBF-B44D-23EE8A2F8905}">
      <dsp:nvSpPr>
        <dsp:cNvPr id="0" name=""/>
        <dsp:cNvSpPr/>
      </dsp:nvSpPr>
      <dsp:spPr>
        <a:xfrm>
          <a:off x="2255766" y="721980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D524C7-77B8-452B-90A8-03890368EDB7}">
      <dsp:nvSpPr>
        <dsp:cNvPr id="0" name=""/>
        <dsp:cNvSpPr/>
      </dsp:nvSpPr>
      <dsp:spPr>
        <a:xfrm>
          <a:off x="2255766" y="1510540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b="1" kern="1200"/>
            <a:t>Datenhaltung</a:t>
          </a:r>
          <a:endParaRPr lang="en-US" sz="1800" kern="1200"/>
        </a:p>
      </dsp:txBody>
      <dsp:txXfrm>
        <a:off x="2255766" y="1510540"/>
        <a:ext cx="1915312" cy="287296"/>
      </dsp:txXfrm>
    </dsp:sp>
    <dsp:sp modelId="{10CDD844-B6C4-4FD7-806D-6B007915E790}">
      <dsp:nvSpPr>
        <dsp:cNvPr id="0" name=""/>
        <dsp:cNvSpPr/>
      </dsp:nvSpPr>
      <dsp:spPr>
        <a:xfrm>
          <a:off x="2255766" y="1852813"/>
          <a:ext cx="1915312" cy="1618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Speicherung in SQLite‑Datenbank (</a:t>
          </a:r>
          <a:r>
            <a:rPr lang="de-DE" sz="1300" i="1" kern="1200"/>
            <a:t>Tickets‑Tabelle</a:t>
          </a:r>
          <a:r>
            <a:rPr lang="de-DE" sz="1300" kern="1200"/>
            <a:t>)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Attribute: ID, Titel, Status, Priorität, Ersteller, Datum, Zuständiger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Lokale verschlüsselte Datenbank</a:t>
          </a:r>
          <a:endParaRPr lang="en-US" sz="1300" kern="1200"/>
        </a:p>
      </dsp:txBody>
      <dsp:txXfrm>
        <a:off x="2255766" y="1852813"/>
        <a:ext cx="1915312" cy="1618010"/>
      </dsp:txXfrm>
    </dsp:sp>
    <dsp:sp modelId="{D02152E7-7B0A-40F3-BAB0-2372C5080095}">
      <dsp:nvSpPr>
        <dsp:cNvPr id="0" name=""/>
        <dsp:cNvSpPr/>
      </dsp:nvSpPr>
      <dsp:spPr>
        <a:xfrm>
          <a:off x="4506258" y="721980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31F3B0-0F15-4BC3-912B-7692A0C23454}">
      <dsp:nvSpPr>
        <dsp:cNvPr id="0" name=""/>
        <dsp:cNvSpPr/>
      </dsp:nvSpPr>
      <dsp:spPr>
        <a:xfrm>
          <a:off x="4506258" y="1510540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b="1" kern="1200"/>
            <a:t>Filter &amp; Suche</a:t>
          </a:r>
          <a:endParaRPr lang="en-US" sz="1800" kern="1200"/>
        </a:p>
      </dsp:txBody>
      <dsp:txXfrm>
        <a:off x="4506258" y="1510540"/>
        <a:ext cx="1915312" cy="287296"/>
      </dsp:txXfrm>
    </dsp:sp>
    <dsp:sp modelId="{DABF89CB-BB9C-48D0-9F0C-D7F5E077560F}">
      <dsp:nvSpPr>
        <dsp:cNvPr id="0" name=""/>
        <dsp:cNvSpPr/>
      </dsp:nvSpPr>
      <dsp:spPr>
        <a:xfrm>
          <a:off x="4506258" y="1852813"/>
          <a:ext cx="1915312" cy="1618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Filter nach Status, Priorität und Zuständigkeit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Schnelle Verarbeitung durch </a:t>
          </a:r>
          <a:r>
            <a:rPr lang="de-DE" sz="1300" b="1" kern="1200"/>
            <a:t>LINQ‑Abfragen</a:t>
          </a:r>
          <a:endParaRPr lang="en-US" sz="1300" kern="1200"/>
        </a:p>
      </dsp:txBody>
      <dsp:txXfrm>
        <a:off x="4506258" y="1852813"/>
        <a:ext cx="1915312" cy="1618010"/>
      </dsp:txXfrm>
    </dsp:sp>
    <dsp:sp modelId="{6ECD26AE-64E3-4E52-B5B1-20ED43E9B6E6}">
      <dsp:nvSpPr>
        <dsp:cNvPr id="0" name=""/>
        <dsp:cNvSpPr/>
      </dsp:nvSpPr>
      <dsp:spPr>
        <a:xfrm>
          <a:off x="6756750" y="721980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4EF9E-EE30-4914-A72D-9702EE8716FD}">
      <dsp:nvSpPr>
        <dsp:cNvPr id="0" name=""/>
        <dsp:cNvSpPr/>
      </dsp:nvSpPr>
      <dsp:spPr>
        <a:xfrm>
          <a:off x="6756750" y="1510540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b="1" kern="1200"/>
            <a:t>Rollen &amp; Zuweisung</a:t>
          </a:r>
          <a:endParaRPr lang="en-US" sz="1800" kern="1200"/>
        </a:p>
      </dsp:txBody>
      <dsp:txXfrm>
        <a:off x="6756750" y="1510540"/>
        <a:ext cx="1915312" cy="287296"/>
      </dsp:txXfrm>
    </dsp:sp>
    <dsp:sp modelId="{4736D17D-31AE-4246-9C49-2C8A74421290}">
      <dsp:nvSpPr>
        <dsp:cNvPr id="0" name=""/>
        <dsp:cNvSpPr/>
      </dsp:nvSpPr>
      <dsp:spPr>
        <a:xfrm>
          <a:off x="6756750" y="1852813"/>
          <a:ext cx="1915312" cy="1618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Zuweisung von Tickets an Entwickler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Rollenbasierte Rechte: 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/>
            <a:t>Admin: Vollzugriff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/>
            <a:t>Entwickler: Bearbeitung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/>
            <a:t>Tester: Ticket-Erstellung</a:t>
          </a:r>
          <a:endParaRPr lang="en-US" sz="1300" kern="1200"/>
        </a:p>
      </dsp:txBody>
      <dsp:txXfrm>
        <a:off x="6756750" y="1852813"/>
        <a:ext cx="1915312" cy="1618010"/>
      </dsp:txXfrm>
    </dsp:sp>
    <dsp:sp modelId="{25B9DCC2-5DB1-4DA8-90D6-2324B8E8DB04}">
      <dsp:nvSpPr>
        <dsp:cNvPr id="0" name=""/>
        <dsp:cNvSpPr/>
      </dsp:nvSpPr>
      <dsp:spPr>
        <a:xfrm>
          <a:off x="9007242" y="721980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8FB71-A5A2-4D10-8F0E-B7B60B1DD1FB}">
      <dsp:nvSpPr>
        <dsp:cNvPr id="0" name=""/>
        <dsp:cNvSpPr/>
      </dsp:nvSpPr>
      <dsp:spPr>
        <a:xfrm>
          <a:off x="9007242" y="1510540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b="1" kern="1200"/>
            <a:t>Export</a:t>
          </a:r>
          <a:endParaRPr lang="en-US" sz="1800" kern="1200"/>
        </a:p>
      </dsp:txBody>
      <dsp:txXfrm>
        <a:off x="9007242" y="1510540"/>
        <a:ext cx="1915312" cy="287296"/>
      </dsp:txXfrm>
    </dsp:sp>
    <dsp:sp modelId="{6B332259-6C3B-4C4A-BBCC-0761267C0CDE}">
      <dsp:nvSpPr>
        <dsp:cNvPr id="0" name=""/>
        <dsp:cNvSpPr/>
      </dsp:nvSpPr>
      <dsp:spPr>
        <a:xfrm>
          <a:off x="9007242" y="1852813"/>
          <a:ext cx="1915312" cy="1618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Export als CSV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PDF‑Export über </a:t>
          </a:r>
          <a:r>
            <a:rPr lang="de-DE" sz="1300" i="1" kern="1200"/>
            <a:t>iTextSharp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Optional: Druckfunktion</a:t>
          </a:r>
          <a:endParaRPr lang="en-US" sz="1300" kern="1200"/>
        </a:p>
      </dsp:txBody>
      <dsp:txXfrm>
        <a:off x="9007242" y="1852813"/>
        <a:ext cx="1915312" cy="16180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16FB8-DD9B-4335-BF6B-C2F2A9201241}">
      <dsp:nvSpPr>
        <dsp:cNvPr id="0" name=""/>
        <dsp:cNvSpPr/>
      </dsp:nvSpPr>
      <dsp:spPr>
        <a:xfrm>
          <a:off x="4323206" y="877341"/>
          <a:ext cx="675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549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43301" y="919530"/>
        <a:ext cx="35304" cy="7060"/>
      </dsp:txXfrm>
    </dsp:sp>
    <dsp:sp modelId="{04523B39-FFA1-40D9-BE9B-E4609B43B01C}">
      <dsp:nvSpPr>
        <dsp:cNvPr id="0" name=""/>
        <dsp:cNvSpPr/>
      </dsp:nvSpPr>
      <dsp:spPr>
        <a:xfrm>
          <a:off x="1255034" y="2069"/>
          <a:ext cx="3069972" cy="1841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431" tIns="157904" rIns="150431" bIns="157904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kern="1200"/>
            <a:t>Statistische Auswertung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Balkendiagramme: Verteilung der Log‑Severity (Error / Warning / Info)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Kreisdiagramme: offene vs. geschlossene Bugs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Datenbasis: SQLite‑Datenbank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Live‑Aktualisierung bei neuen Logs oder Ticketänderungen</a:t>
          </a:r>
          <a:endParaRPr lang="en-US" sz="1100" kern="1200"/>
        </a:p>
      </dsp:txBody>
      <dsp:txXfrm>
        <a:off x="1255034" y="2069"/>
        <a:ext cx="3069972" cy="1841983"/>
      </dsp:txXfrm>
    </dsp:sp>
    <dsp:sp modelId="{736DF327-B383-4A7B-BE76-CB5D6DB5E7BD}">
      <dsp:nvSpPr>
        <dsp:cNvPr id="0" name=""/>
        <dsp:cNvSpPr/>
      </dsp:nvSpPr>
      <dsp:spPr>
        <a:xfrm>
          <a:off x="2790020" y="1842253"/>
          <a:ext cx="3776066" cy="675493"/>
        </a:xfrm>
        <a:custGeom>
          <a:avLst/>
          <a:gdLst/>
          <a:ahLst/>
          <a:cxnLst/>
          <a:rect l="0" t="0" r="0" b="0"/>
          <a:pathLst>
            <a:path>
              <a:moveTo>
                <a:pt x="3776066" y="0"/>
              </a:moveTo>
              <a:lnTo>
                <a:pt x="3776066" y="354846"/>
              </a:lnTo>
              <a:lnTo>
                <a:pt x="0" y="354846"/>
              </a:lnTo>
              <a:lnTo>
                <a:pt x="0" y="67549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82015" y="2176469"/>
        <a:ext cx="192075" cy="7060"/>
      </dsp:txXfrm>
    </dsp:sp>
    <dsp:sp modelId="{3575C3C2-CE01-4D8A-AA7C-96C38C800ABE}">
      <dsp:nvSpPr>
        <dsp:cNvPr id="0" name=""/>
        <dsp:cNvSpPr/>
      </dsp:nvSpPr>
      <dsp:spPr>
        <a:xfrm>
          <a:off x="5031100" y="2069"/>
          <a:ext cx="3069972" cy="1841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431" tIns="157904" rIns="150431" bIns="157904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kern="1200"/>
            <a:t>Exportfunktionen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CSV‑Export zur Weiterverarbeitung (z. B. Excel)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PDF‑Export über </a:t>
          </a:r>
          <a:r>
            <a:rPr lang="de-DE" sz="1100" i="1" kern="1200"/>
            <a:t>iTextSharp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Einheitliche Formatierung für Dokumentation und Berichte</a:t>
          </a:r>
          <a:endParaRPr lang="en-US" sz="1100" kern="1200"/>
        </a:p>
      </dsp:txBody>
      <dsp:txXfrm>
        <a:off x="5031100" y="2069"/>
        <a:ext cx="3069972" cy="1841983"/>
      </dsp:txXfrm>
    </dsp:sp>
    <dsp:sp modelId="{BB0E0D50-C327-444C-8F0F-190B72F105BF}">
      <dsp:nvSpPr>
        <dsp:cNvPr id="0" name=""/>
        <dsp:cNvSpPr/>
      </dsp:nvSpPr>
      <dsp:spPr>
        <a:xfrm>
          <a:off x="1255034" y="2550146"/>
          <a:ext cx="3069972" cy="18419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431" tIns="157904" rIns="150431" bIns="157904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1" kern="1200"/>
            <a:t>Reporting‑Workflow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Auswahl der Daten (Log‑ und Ticketfilter)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Automatische Diagramm‑Generierung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Export per Klick (CSV / PDF)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100" kern="1200"/>
            <a:t>Optional: Druckfunktion</a:t>
          </a:r>
          <a:endParaRPr lang="en-US" sz="1100" kern="1200"/>
        </a:p>
      </dsp:txBody>
      <dsp:txXfrm>
        <a:off x="1255034" y="2550146"/>
        <a:ext cx="3069972" cy="184198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2C999-24B1-4E5F-87D4-2B45AFD4E5D6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Das System </a:t>
          </a:r>
          <a:r>
            <a:rPr lang="de-DE" sz="2500" b="1" kern="1200"/>
            <a:t>vereinfach und beschleunigt</a:t>
          </a:r>
          <a:r>
            <a:rPr lang="de-DE" sz="2500" kern="1200"/>
            <a:t> die Analyse großer Logdateien deutlich</a:t>
          </a:r>
          <a:endParaRPr lang="en-US" sz="2500" kern="1200"/>
        </a:p>
      </dsp:txBody>
      <dsp:txXfrm>
        <a:off x="48547" y="145256"/>
        <a:ext cx="6569739" cy="897406"/>
      </dsp:txXfrm>
    </dsp:sp>
    <dsp:sp modelId="{1430F398-FCD6-4570-B323-5F9D2E2CECD5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Nahtloser Workflow zwischen </a:t>
          </a:r>
          <a:r>
            <a:rPr lang="de-DE" sz="2500" b="1" kern="1200"/>
            <a:t>Tester und Entwickler</a:t>
          </a:r>
          <a:r>
            <a:rPr lang="de-DE" sz="2500" kern="1200"/>
            <a:t> durch integriertes Bugtracking</a:t>
          </a:r>
          <a:endParaRPr lang="en-US" sz="2500" kern="1200"/>
        </a:p>
      </dsp:txBody>
      <dsp:txXfrm>
        <a:off x="48547" y="1211756"/>
        <a:ext cx="6569739" cy="897406"/>
      </dsp:txXfrm>
    </dsp:sp>
    <dsp:sp modelId="{2BF09081-66FB-4B6E-BBF2-423099C31E3F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/>
            <a:t>Erhöhte Transparenz</a:t>
          </a:r>
          <a:r>
            <a:rPr lang="de-DE" sz="2500" kern="1200"/>
            <a:t> durch zentrale Übersicht und strukturierte Erfassung</a:t>
          </a:r>
          <a:endParaRPr lang="en-US" sz="2500" kern="1200"/>
        </a:p>
      </dsp:txBody>
      <dsp:txXfrm>
        <a:off x="48547" y="2278257"/>
        <a:ext cx="6569739" cy="897406"/>
      </dsp:txXfrm>
    </dsp:sp>
    <dsp:sp modelId="{584A436F-6EB7-467D-94C7-BE541D6C508F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Anwendung ist </a:t>
          </a:r>
          <a:r>
            <a:rPr lang="de-DE" sz="2500" b="1" kern="1200"/>
            <a:t>stabil, performant</a:t>
          </a:r>
          <a:r>
            <a:rPr lang="de-DE" sz="2500" kern="1200"/>
            <a:t> und erfüllt alle Muss‑Kriterien</a:t>
          </a:r>
          <a:endParaRPr lang="en-US" sz="2500" kern="1200"/>
        </a:p>
      </dsp:txBody>
      <dsp:txXfrm>
        <a:off x="48547" y="3344757"/>
        <a:ext cx="6569739" cy="897406"/>
      </dsp:txXfrm>
    </dsp:sp>
    <dsp:sp modelId="{486A3EEA-6D39-4058-9658-FDD3221C9B27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/>
            <a:t>Grundlage für </a:t>
          </a:r>
          <a:r>
            <a:rPr lang="de-DE" sz="2500" b="1" kern="1200"/>
            <a:t>zukünftige Erweiterungen</a:t>
          </a:r>
          <a:r>
            <a:rPr lang="de-DE" sz="2500" kern="1200"/>
            <a:t> (z. B. automatische Fehlererkennung, E‑Mail)</a:t>
          </a:r>
          <a:endParaRPr lang="en-US" sz="2500" kern="1200"/>
        </a:p>
      </dsp:txBody>
      <dsp:txXfrm>
        <a:off x="48547" y="4411257"/>
        <a:ext cx="6569739" cy="897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1CEA24-8518-4C08-A11E-B7E64FB3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59CDF5-DCF9-7051-A223-0B8481F9B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8515" y="1416581"/>
            <a:ext cx="6092786" cy="2127287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ea typeface="Calibri"/>
                <a:cs typeface="Calibri"/>
              </a:rPr>
              <a:t>Smart Log &amp; Bug Tracker</a:t>
            </a:r>
            <a:endParaRPr lang="de-DE" sz="4800">
              <a:ea typeface="Calibri"/>
              <a:cs typeface="Calibri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B35CD45-F4FF-9D56-EEF3-321F17CA9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8515" y="3764975"/>
            <a:ext cx="6092786" cy="2192683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Marvin Poppe &amp; Paul Weigold</a:t>
            </a:r>
            <a:endParaRPr lang="de-DE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D28AB17-F6FA-4C53-B3E3-D0A39D4A3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FADC67-92A1-44FB-8691-D8CD71A2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AA74EAB-FD76-4F40-A962-CEADC3054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1425172"/>
            <a:ext cx="1469410" cy="4695345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Graphic 6" descr="Insekt">
            <a:extLst>
              <a:ext uri="{FF2B5EF4-FFF2-40B4-BE49-F238E27FC236}">
                <a16:creationId xmlns:a16="http://schemas.microsoft.com/office/drawing/2014/main" id="{D2E9AF21-7A64-C247-01B1-DFFF066F87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2899" y="2355650"/>
            <a:ext cx="3756276" cy="375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44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1905C8-63DA-BC5C-43E0-4F2DAC54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Inhalt</a:t>
            </a:r>
          </a:p>
        </p:txBody>
      </p:sp>
      <p:graphicFrame>
        <p:nvGraphicFramePr>
          <p:cNvPr id="24" name="Inhaltsplatzhalter 2">
            <a:extLst>
              <a:ext uri="{FF2B5EF4-FFF2-40B4-BE49-F238E27FC236}">
                <a16:creationId xmlns:a16="http://schemas.microsoft.com/office/drawing/2014/main" id="{513756D0-F089-FBC1-8BFB-F13CF44A24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6925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9334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EEE482-604C-8C28-1185-051BAF37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Projektübersicht 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BDB00630-BC9A-DA87-34F2-0B37D201AA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64761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0056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65A1A0A-05AB-FBAD-7382-BAA1C24A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Zielsetzung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63D16072-F887-25CB-D66F-D0412A71AB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77005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824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BBC045-BBC3-94FA-36D2-9A812739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Lastenheft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656D5D07-8D0A-87C0-6ABA-A3E2393765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250655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6710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A0C5D5-4A9D-3A1E-D73B-144DCDC4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Systemarchitektur </a:t>
            </a:r>
          </a:p>
        </p:txBody>
      </p:sp>
      <p:graphicFrame>
        <p:nvGraphicFramePr>
          <p:cNvPr id="19" name="Textfeld 3">
            <a:extLst>
              <a:ext uri="{FF2B5EF4-FFF2-40B4-BE49-F238E27FC236}">
                <a16:creationId xmlns:a16="http://schemas.microsoft.com/office/drawing/2014/main" id="{2A1B7927-263C-7167-2C54-44CF436116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233882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1985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54B20E-C29B-CA75-32A8-71BA2436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Technische Umsetzung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643283F7-2BA3-F384-B99E-EA8AD5304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267616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3388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D06755-B77A-5868-B5FC-34915F82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766" y="1146412"/>
            <a:ext cx="9014348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err="1"/>
              <a:t>Technische</a:t>
            </a:r>
            <a:r>
              <a:rPr lang="en-US"/>
              <a:t> </a:t>
            </a:r>
            <a:r>
              <a:rPr lang="en-US" err="1"/>
              <a:t>Umsetzung</a:t>
            </a:r>
            <a:endParaRPr lang="en-US" err="1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0D15AE-B2F5-29AB-366A-0E41FB65D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sz="2400" kern="1200" dirty="0">
              <a:solidFill>
                <a:srgbClr val="FFFFFF"/>
              </a:solidFill>
              <a:latin typeface="+mn-l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7972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435BDD-A100-F61C-E0A3-02E3E34C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  <a:latin typeface="Segoe UI"/>
                <a:cs typeface="Segoe UI"/>
              </a:rPr>
              <a:t>Einlesen &amp; Analyse</a:t>
            </a:r>
            <a:endParaRPr lang="de-DE" sz="4000">
              <a:solidFill>
                <a:srgbClr val="FFFFFF"/>
              </a:solidFill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874B0DF1-D508-AC30-E7F1-CC2087463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25681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65237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F6769F5-E2B7-FC6C-D5B8-F61B21AFF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  <a:latin typeface="Segoe UI"/>
                <a:cs typeface="Segoe UI"/>
              </a:rPr>
              <a:t>Filter &amp; Integration</a:t>
            </a:r>
            <a:endParaRPr lang="de-DE" sz="400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BD1E0D-4D78-A8AC-716F-981CBD1DF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z="2000" b="1">
                <a:latin typeface="Segoe UI"/>
                <a:cs typeface="Segoe UI"/>
              </a:rPr>
              <a:t>Filter &amp; Darstellung</a:t>
            </a:r>
            <a:endParaRPr lang="de-DE" sz="2000">
              <a:ea typeface="Calibri"/>
              <a:cs typeface="Calibri"/>
            </a:endParaRPr>
          </a:p>
          <a:p>
            <a:pPr lvl="1"/>
            <a:r>
              <a:rPr lang="de-DE" sz="2000">
                <a:latin typeface="Segoe UI"/>
                <a:cs typeface="Segoe UI"/>
              </a:rPr>
              <a:t>Filter per </a:t>
            </a:r>
            <a:r>
              <a:rPr lang="de-DE" sz="2000" b="1">
                <a:latin typeface="Segoe UI"/>
                <a:cs typeface="Segoe UI"/>
              </a:rPr>
              <a:t>LINQ</a:t>
            </a:r>
            <a:r>
              <a:rPr lang="de-DE" sz="2000">
                <a:latin typeface="Segoe UI"/>
                <a:cs typeface="Segoe UI"/>
              </a:rPr>
              <a:t>: Datum, Severity, Komponente</a:t>
            </a:r>
            <a:endParaRPr lang="de-DE" sz="2000">
              <a:ea typeface="Calibri"/>
              <a:cs typeface="Calibri"/>
            </a:endParaRPr>
          </a:p>
          <a:p>
            <a:pPr lvl="1"/>
            <a:r>
              <a:rPr lang="de-DE" sz="2000">
                <a:latin typeface="Segoe UI"/>
                <a:cs typeface="Segoe UI"/>
              </a:rPr>
              <a:t>Dynamische Aktualisierung der GUI</a:t>
            </a:r>
            <a:endParaRPr lang="de-DE" sz="2000">
              <a:ea typeface="Calibri"/>
              <a:cs typeface="Calibri"/>
            </a:endParaRPr>
          </a:p>
          <a:p>
            <a:pPr lvl="1"/>
            <a:r>
              <a:rPr lang="de-DE" sz="2000">
                <a:latin typeface="Segoe UI"/>
                <a:cs typeface="Segoe UI"/>
              </a:rPr>
              <a:t>Kein erneutes Einlesen notwendig</a:t>
            </a:r>
            <a:endParaRPr lang="de-DE" sz="2000">
              <a:ea typeface="Calibri"/>
              <a:cs typeface="Calibri"/>
            </a:endParaRPr>
          </a:p>
          <a:p>
            <a:pPr lvl="1"/>
            <a:r>
              <a:rPr lang="de-DE" sz="2000">
                <a:latin typeface="Segoe UI"/>
                <a:cs typeface="Segoe UI"/>
              </a:rPr>
              <a:t>Hervorhebung kritischer Einträge</a:t>
            </a:r>
            <a:endParaRPr lang="de-DE" sz="2000">
              <a:ea typeface="Calibri"/>
              <a:cs typeface="Calibri"/>
            </a:endParaRPr>
          </a:p>
          <a:p>
            <a:r>
              <a:rPr lang="de-DE" sz="2000" b="1">
                <a:latin typeface="Segoe UI"/>
                <a:cs typeface="Segoe UI"/>
              </a:rPr>
              <a:t>Integration ins Bugtracking</a:t>
            </a:r>
            <a:endParaRPr lang="de-DE" sz="2000"/>
          </a:p>
          <a:p>
            <a:pPr lvl="1"/>
            <a:r>
              <a:rPr lang="de-DE" sz="2000">
                <a:latin typeface="Segoe UI"/>
                <a:cs typeface="Segoe UI"/>
              </a:rPr>
              <a:t>Log‑Einträge direkt als Ticket übertragbar</a:t>
            </a:r>
            <a:endParaRPr lang="de-DE" sz="2000">
              <a:ea typeface="Calibri"/>
              <a:cs typeface="Calibri"/>
            </a:endParaRPr>
          </a:p>
          <a:p>
            <a:pPr lvl="1"/>
            <a:r>
              <a:rPr lang="de-DE" sz="2000">
                <a:latin typeface="Segoe UI"/>
                <a:cs typeface="Segoe UI"/>
              </a:rPr>
              <a:t>Automatische Vorbefüllung mit: </a:t>
            </a:r>
            <a:endParaRPr lang="de-DE" sz="2000">
              <a:ea typeface="Calibri"/>
              <a:cs typeface="Calibri"/>
            </a:endParaRPr>
          </a:p>
          <a:p>
            <a:pPr lvl="2">
              <a:buFont typeface="Wingdings"/>
              <a:buChar char="§"/>
            </a:pPr>
            <a:r>
              <a:rPr lang="de-DE" sz="2000">
                <a:latin typeface="Segoe UI"/>
                <a:cs typeface="Segoe UI"/>
              </a:rPr>
              <a:t>Beschreibung</a:t>
            </a:r>
            <a:endParaRPr lang="de-DE" sz="2000">
              <a:ea typeface="Calibri"/>
              <a:cs typeface="Calibri"/>
            </a:endParaRPr>
          </a:p>
          <a:p>
            <a:pPr lvl="2">
              <a:buFont typeface="Wingdings"/>
              <a:buChar char="§"/>
            </a:pPr>
            <a:r>
              <a:rPr lang="de-DE" sz="2000">
                <a:latin typeface="Segoe UI"/>
                <a:cs typeface="Segoe UI"/>
              </a:rPr>
              <a:t>Severity</a:t>
            </a:r>
            <a:endParaRPr lang="de-DE" sz="2000">
              <a:ea typeface="Calibri"/>
              <a:cs typeface="Calibri"/>
            </a:endParaRPr>
          </a:p>
          <a:p>
            <a:pPr lvl="2">
              <a:buFont typeface="Wingdings"/>
              <a:buChar char="§"/>
            </a:pPr>
            <a:r>
              <a:rPr lang="de-DE" sz="2000">
                <a:latin typeface="Segoe UI"/>
                <a:cs typeface="Segoe UI"/>
              </a:rPr>
              <a:t>Quelle</a:t>
            </a:r>
            <a:endParaRPr lang="de-DE" sz="2000">
              <a:ea typeface="Calibri"/>
              <a:cs typeface="Calibri"/>
            </a:endParaRPr>
          </a:p>
          <a:p>
            <a:pPr lvl="2">
              <a:buFont typeface="Wingdings"/>
              <a:buChar char="§"/>
            </a:pPr>
            <a:r>
              <a:rPr lang="de-DE" sz="2000">
                <a:latin typeface="Segoe UI"/>
                <a:cs typeface="Segoe UI"/>
              </a:rPr>
              <a:t>Logtext</a:t>
            </a:r>
            <a:endParaRPr lang="de-DE" sz="2000">
              <a:ea typeface="Calibri"/>
              <a:cs typeface="Calibri"/>
            </a:endParaRPr>
          </a:p>
          <a:p>
            <a:endParaRPr lang="de-DE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481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12948E-8045-5336-05D2-1AA066D1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  <a:latin typeface="Segoe UI"/>
                <a:cs typeface="Segoe UI"/>
              </a:rPr>
              <a:t>Performance</a:t>
            </a:r>
            <a:endParaRPr lang="de-DE" sz="4000">
              <a:solidFill>
                <a:srgbClr val="FFFFFF"/>
              </a:solidFill>
            </a:endParaRPr>
          </a:p>
          <a:p>
            <a:endParaRPr lang="de-DE" sz="4000">
              <a:solidFill>
                <a:srgbClr val="FFFFFF"/>
              </a:solidFill>
              <a:ea typeface="Calibri"/>
              <a:cs typeface="Calibri"/>
            </a:endParaRPr>
          </a:p>
        </p:txBody>
      </p:sp>
      <p:graphicFrame>
        <p:nvGraphicFramePr>
          <p:cNvPr id="21" name="Inhaltsplatzhalter 2">
            <a:extLst>
              <a:ext uri="{FF2B5EF4-FFF2-40B4-BE49-F238E27FC236}">
                <a16:creationId xmlns:a16="http://schemas.microsoft.com/office/drawing/2014/main" id="{E6E6FEA3-3325-1389-6AC2-0D3D8972D6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5200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5193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043902-3202-D47F-98C0-89F9E829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Technische Umsetzung – Bugtracking‑Modul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2D5FF03F-9148-0249-3033-B1AA231F6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90902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8249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EEACB49-566D-C7F3-E6C0-2357BD428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9356106" cy="120032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8000"/>
              <a:t>Statistik &amp; Reporting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4200" y="554152"/>
            <a:ext cx="574177" cy="1075866"/>
            <a:chOff x="10994200" y="554152"/>
            <a:chExt cx="574177" cy="1075866"/>
          </a:xfrm>
        </p:grpSpPr>
        <p:sp>
          <p:nvSpPr>
            <p:cNvPr id="12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Inhaltsplatzhalter 2">
            <a:extLst>
              <a:ext uri="{FF2B5EF4-FFF2-40B4-BE49-F238E27FC236}">
                <a16:creationId xmlns:a16="http://schemas.microsoft.com/office/drawing/2014/main" id="{2437A8D0-47F6-67F9-F6A6-2DEA56D9C5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972410"/>
              </p:ext>
            </p:extLst>
          </p:nvPr>
        </p:nvGraphicFramePr>
        <p:xfrm>
          <a:off x="1188062" y="1825625"/>
          <a:ext cx="9356107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3273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8BD20E-EABF-953A-0C37-7DA07323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Fazit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D48987DE-5524-FF51-8D14-E8BB310E0D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8215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0463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Microsoft Office PowerPoint</Application>
  <PresentationFormat>Breitbild</PresentationFormat>
  <Paragraphs>62</Paragraphs>
  <Slides>14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5" baseType="lpstr">
      <vt:lpstr>Office Theme</vt:lpstr>
      <vt:lpstr>Smart Log &amp; Bug Tracker</vt:lpstr>
      <vt:lpstr>Inhalt</vt:lpstr>
      <vt:lpstr>Projektübersicht </vt:lpstr>
      <vt:lpstr>Zielsetzung</vt:lpstr>
      <vt:lpstr>Lastenheft</vt:lpstr>
      <vt:lpstr>Systemarchitektur </vt:lpstr>
      <vt:lpstr>Technische Umsetzung</vt:lpstr>
      <vt:lpstr>Technische Umsetzung </vt:lpstr>
      <vt:lpstr>Einlesen &amp; Analyse</vt:lpstr>
      <vt:lpstr>Filter &amp; Integration</vt:lpstr>
      <vt:lpstr>Performance </vt:lpstr>
      <vt:lpstr>Technische Umsetzung – Bugtracking‑Modul</vt:lpstr>
      <vt:lpstr>Statistik &amp; Reporting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Poppe, Marvin</cp:lastModifiedBy>
  <cp:revision>114</cp:revision>
  <dcterms:created xsi:type="dcterms:W3CDTF">2013-01-27T09:14:16Z</dcterms:created>
  <dcterms:modified xsi:type="dcterms:W3CDTF">2026-05-28T20:08:47Z</dcterms:modified>
  <cp:category/>
</cp:coreProperties>
</file>